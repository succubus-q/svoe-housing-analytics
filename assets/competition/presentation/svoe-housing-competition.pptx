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6" r:id="rId7"/>
    <p:sldId id="267" r:id="rId8"/>
    <p:sldId id="265" r:id="rId9"/>
    <p:sldId id="262" r:id="rId10"/>
    <p:sldId id="263" r:id="rId11"/>
    <p:sldId id="264" r:id="rId12"/>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48C06BC-28D1-40A6-B3B0-82BFBE07C2F2}" v="18" dt="2026-10-25T18:48:42.739"/>
  </p1510:revLst>
</p1510:revInfo>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3987" autoAdjust="0"/>
  </p:normalViewPr>
  <p:slideViewPr>
    <p:cSldViewPr snapToGrid="0">
      <p:cViewPr varScale="1">
        <p:scale>
          <a:sx n="77" d="100"/>
          <a:sy n="77" d="100"/>
        </p:scale>
        <p:origin x="883"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mma Kopytina" userId="6e328e5334e34a74" providerId="LiveId" clId="{085A7C4A-5788-412A-BFBC-00450A8E8AD0}"/>
    <pc:docChg chg="undo custSel addSld delSld modSld">
      <pc:chgData name="Rimma Kopytina" userId="6e328e5334e34a74" providerId="LiveId" clId="{085A7C4A-5788-412A-BFBC-00450A8E8AD0}" dt="2026-10-25T19:06:56.354" v="184" actId="1076"/>
      <pc:docMkLst>
        <pc:docMk/>
      </pc:docMkLst>
      <pc:sldChg chg="modSp mod">
        <pc:chgData name="Rimma Kopytina" userId="6e328e5334e34a74" providerId="LiveId" clId="{085A7C4A-5788-412A-BFBC-00450A8E8AD0}" dt="2026-10-25T18:43:30.720" v="26" actId="2711"/>
        <pc:sldMkLst>
          <pc:docMk/>
          <pc:sldMk cId="2005674473" sldId="256"/>
        </pc:sldMkLst>
        <pc:spChg chg="mod">
          <ac:chgData name="Rimma Kopytina" userId="6e328e5334e34a74" providerId="LiveId" clId="{085A7C4A-5788-412A-BFBC-00450A8E8AD0}" dt="2026-10-25T18:43:30.720" v="26" actId="2711"/>
          <ac:spMkLst>
            <pc:docMk/>
            <pc:sldMk cId="2005674473" sldId="256"/>
            <ac:spMk id="2" creationId="{6AD9DA8A-6961-0A4C-B99F-C5067FDABCAA}"/>
          </ac:spMkLst>
        </pc:spChg>
        <pc:spChg chg="mod">
          <ac:chgData name="Rimma Kopytina" userId="6e328e5334e34a74" providerId="LiveId" clId="{085A7C4A-5788-412A-BFBC-00450A8E8AD0}" dt="2026-10-25T18:43:30.720" v="26" actId="2711"/>
          <ac:spMkLst>
            <pc:docMk/>
            <pc:sldMk cId="2005674473" sldId="256"/>
            <ac:spMk id="3" creationId="{E335B5C6-F7E6-7D61-4B7C-EEB45846D2C5}"/>
          </ac:spMkLst>
        </pc:spChg>
        <pc:spChg chg="mod">
          <ac:chgData name="Rimma Kopytina" userId="6e328e5334e34a74" providerId="LiveId" clId="{085A7C4A-5788-412A-BFBC-00450A8E8AD0}" dt="2026-10-25T18:43:30.720" v="26" actId="2711"/>
          <ac:spMkLst>
            <pc:docMk/>
            <pc:sldMk cId="2005674473" sldId="256"/>
            <ac:spMk id="4" creationId="{EEBCD422-2ED2-0722-8F7B-2AD0BAF50E5F}"/>
          </ac:spMkLst>
        </pc:spChg>
        <pc:spChg chg="mod">
          <ac:chgData name="Rimma Kopytina" userId="6e328e5334e34a74" providerId="LiveId" clId="{085A7C4A-5788-412A-BFBC-00450A8E8AD0}" dt="2026-10-25T18:43:30.720" v="26" actId="2711"/>
          <ac:spMkLst>
            <pc:docMk/>
            <pc:sldMk cId="2005674473" sldId="256"/>
            <ac:spMk id="5" creationId="{53048FCD-4A9D-94C8-4222-A16AEB2D3FF8}"/>
          </ac:spMkLst>
        </pc:spChg>
      </pc:sldChg>
      <pc:sldChg chg="modSp mod">
        <pc:chgData name="Rimma Kopytina" userId="6e328e5334e34a74" providerId="LiveId" clId="{085A7C4A-5788-412A-BFBC-00450A8E8AD0}" dt="2026-10-25T18:43:19.416" v="25" actId="2711"/>
        <pc:sldMkLst>
          <pc:docMk/>
          <pc:sldMk cId="3153341699" sldId="257"/>
        </pc:sldMkLst>
        <pc:spChg chg="mod">
          <ac:chgData name="Rimma Kopytina" userId="6e328e5334e34a74" providerId="LiveId" clId="{085A7C4A-5788-412A-BFBC-00450A8E8AD0}" dt="2026-10-25T18:43:11.915" v="24" actId="2711"/>
          <ac:spMkLst>
            <pc:docMk/>
            <pc:sldMk cId="3153341699" sldId="257"/>
            <ac:spMk id="2" creationId="{4EF71767-4550-BD53-CFFA-1DA89D33DB63}"/>
          </ac:spMkLst>
        </pc:spChg>
        <pc:spChg chg="mod">
          <ac:chgData name="Rimma Kopytina" userId="6e328e5334e34a74" providerId="LiveId" clId="{085A7C4A-5788-412A-BFBC-00450A8E8AD0}" dt="2026-10-25T18:43:11.915" v="24" actId="2711"/>
          <ac:spMkLst>
            <pc:docMk/>
            <pc:sldMk cId="3153341699" sldId="257"/>
            <ac:spMk id="3" creationId="{4B8FC686-4C86-8547-DE08-2BA15471E6A1}"/>
          </ac:spMkLst>
        </pc:spChg>
        <pc:spChg chg="mod">
          <ac:chgData name="Rimma Kopytina" userId="6e328e5334e34a74" providerId="LiveId" clId="{085A7C4A-5788-412A-BFBC-00450A8E8AD0}" dt="2026-10-25T18:43:11.915" v="24" actId="2711"/>
          <ac:spMkLst>
            <pc:docMk/>
            <pc:sldMk cId="3153341699" sldId="257"/>
            <ac:spMk id="4" creationId="{B9055DA2-7852-9590-08BF-F6133ECCAC39}"/>
          </ac:spMkLst>
        </pc:spChg>
        <pc:graphicFrameChg chg="modGraphic">
          <ac:chgData name="Rimma Kopytina" userId="6e328e5334e34a74" providerId="LiveId" clId="{085A7C4A-5788-412A-BFBC-00450A8E8AD0}" dt="2026-10-25T18:43:19.416" v="25" actId="2711"/>
          <ac:graphicFrameMkLst>
            <pc:docMk/>
            <pc:sldMk cId="3153341699" sldId="257"/>
            <ac:graphicFrameMk id="5" creationId="{1802816F-8754-51A5-ABCA-7C4CA55575EB}"/>
          </ac:graphicFrameMkLst>
        </pc:graphicFrameChg>
      </pc:sldChg>
      <pc:sldChg chg="modSp mod">
        <pc:chgData name="Rimma Kopytina" userId="6e328e5334e34a74" providerId="LiveId" clId="{085A7C4A-5788-412A-BFBC-00450A8E8AD0}" dt="2026-10-25T18:45:02.979" v="58" actId="1037"/>
        <pc:sldMkLst>
          <pc:docMk/>
          <pc:sldMk cId="3943075315" sldId="258"/>
        </pc:sldMkLst>
        <pc:spChg chg="mod">
          <ac:chgData name="Rimma Kopytina" userId="6e328e5334e34a74" providerId="LiveId" clId="{085A7C4A-5788-412A-BFBC-00450A8E8AD0}" dt="2026-10-25T18:43:06.187" v="23" actId="2711"/>
          <ac:spMkLst>
            <pc:docMk/>
            <pc:sldMk cId="3943075315" sldId="258"/>
            <ac:spMk id="2" creationId="{A3AFF4A3-9751-5BE1-D0BD-FFEC577FAAF2}"/>
          </ac:spMkLst>
        </pc:spChg>
        <pc:spChg chg="mod">
          <ac:chgData name="Rimma Kopytina" userId="6e328e5334e34a74" providerId="LiveId" clId="{085A7C4A-5788-412A-BFBC-00450A8E8AD0}" dt="2026-10-25T18:43:06.187" v="23" actId="2711"/>
          <ac:spMkLst>
            <pc:docMk/>
            <pc:sldMk cId="3943075315" sldId="258"/>
            <ac:spMk id="3" creationId="{3F714302-7DA4-DC64-5F9B-FE7600E1DD5B}"/>
          </ac:spMkLst>
        </pc:spChg>
        <pc:spChg chg="mod">
          <ac:chgData name="Rimma Kopytina" userId="6e328e5334e34a74" providerId="LiveId" clId="{085A7C4A-5788-412A-BFBC-00450A8E8AD0}" dt="2026-10-25T18:43:06.187" v="23" actId="2711"/>
          <ac:spMkLst>
            <pc:docMk/>
            <pc:sldMk cId="3943075315" sldId="258"/>
            <ac:spMk id="4" creationId="{C37E5794-6C8E-8A9D-B6AA-E41D2A2B3001}"/>
          </ac:spMkLst>
        </pc:spChg>
        <pc:spChg chg="mod">
          <ac:chgData name="Rimma Kopytina" userId="6e328e5334e34a74" providerId="LiveId" clId="{085A7C4A-5788-412A-BFBC-00450A8E8AD0}" dt="2026-10-25T18:44:29.980" v="30" actId="14100"/>
          <ac:spMkLst>
            <pc:docMk/>
            <pc:sldMk cId="3943075315" sldId="258"/>
            <ac:spMk id="5" creationId="{B2601BDD-DA1D-EC54-7F78-0DDD675E7DA9}"/>
          </ac:spMkLst>
        </pc:spChg>
        <pc:spChg chg="mod">
          <ac:chgData name="Rimma Kopytina" userId="6e328e5334e34a74" providerId="LiveId" clId="{085A7C4A-5788-412A-BFBC-00450A8E8AD0}" dt="2026-10-25T18:44:49.825" v="51" actId="20577"/>
          <ac:spMkLst>
            <pc:docMk/>
            <pc:sldMk cId="3943075315" sldId="258"/>
            <ac:spMk id="6" creationId="{CB6D137E-E86A-271F-506E-21EE6DA00535}"/>
          </ac:spMkLst>
        </pc:spChg>
        <pc:spChg chg="mod">
          <ac:chgData name="Rimma Kopytina" userId="6e328e5334e34a74" providerId="LiveId" clId="{085A7C4A-5788-412A-BFBC-00450A8E8AD0}" dt="2026-10-25T18:44:40.324" v="38" actId="14100"/>
          <ac:spMkLst>
            <pc:docMk/>
            <pc:sldMk cId="3943075315" sldId="258"/>
            <ac:spMk id="7" creationId="{73B94853-1817-FA23-185E-D979D61A584D}"/>
          </ac:spMkLst>
        </pc:spChg>
        <pc:spChg chg="mod">
          <ac:chgData name="Rimma Kopytina" userId="6e328e5334e34a74" providerId="LiveId" clId="{085A7C4A-5788-412A-BFBC-00450A8E8AD0}" dt="2026-10-25T18:43:06.187" v="23" actId="2711"/>
          <ac:spMkLst>
            <pc:docMk/>
            <pc:sldMk cId="3943075315" sldId="258"/>
            <ac:spMk id="8" creationId="{799BA219-B0C2-8BBC-C413-F33B1EDFE489}"/>
          </ac:spMkLst>
        </pc:spChg>
        <pc:spChg chg="mod">
          <ac:chgData name="Rimma Kopytina" userId="6e328e5334e34a74" providerId="LiveId" clId="{085A7C4A-5788-412A-BFBC-00450A8E8AD0}" dt="2026-10-25T18:43:06.187" v="23" actId="2711"/>
          <ac:spMkLst>
            <pc:docMk/>
            <pc:sldMk cId="3943075315" sldId="258"/>
            <ac:spMk id="9" creationId="{D3B692F3-0B87-7501-5214-3B0690F90CF4}"/>
          </ac:spMkLst>
        </pc:spChg>
        <pc:spChg chg="mod">
          <ac:chgData name="Rimma Kopytina" userId="6e328e5334e34a74" providerId="LiveId" clId="{085A7C4A-5788-412A-BFBC-00450A8E8AD0}" dt="2026-10-25T18:43:06.187" v="23" actId="2711"/>
          <ac:spMkLst>
            <pc:docMk/>
            <pc:sldMk cId="3943075315" sldId="258"/>
            <ac:spMk id="14" creationId="{16F4071F-8F45-2298-B977-7FD578FCBBC1}"/>
          </ac:spMkLst>
        </pc:spChg>
        <pc:spChg chg="mod">
          <ac:chgData name="Rimma Kopytina" userId="6e328e5334e34a74" providerId="LiveId" clId="{085A7C4A-5788-412A-BFBC-00450A8E8AD0}" dt="2026-10-25T18:43:06.187" v="23" actId="2711"/>
          <ac:spMkLst>
            <pc:docMk/>
            <pc:sldMk cId="3943075315" sldId="258"/>
            <ac:spMk id="15" creationId="{D0AF6B79-BA97-CDC2-A413-40DB0DA09D97}"/>
          </ac:spMkLst>
        </pc:spChg>
        <pc:cxnChg chg="mod">
          <ac:chgData name="Rimma Kopytina" userId="6e328e5334e34a74" providerId="LiveId" clId="{085A7C4A-5788-412A-BFBC-00450A8E8AD0}" dt="2026-10-25T18:45:02.979" v="58" actId="1037"/>
          <ac:cxnSpMkLst>
            <pc:docMk/>
            <pc:sldMk cId="3943075315" sldId="258"/>
            <ac:cxnSpMk id="10" creationId="{93D1EE4A-7686-1606-480C-C1CDE8E917C1}"/>
          </ac:cxnSpMkLst>
        </pc:cxnChg>
        <pc:cxnChg chg="mod">
          <ac:chgData name="Rimma Kopytina" userId="6e328e5334e34a74" providerId="LiveId" clId="{085A7C4A-5788-412A-BFBC-00450A8E8AD0}" dt="2026-10-25T18:44:43.655" v="48" actId="1038"/>
          <ac:cxnSpMkLst>
            <pc:docMk/>
            <pc:sldMk cId="3943075315" sldId="258"/>
            <ac:cxnSpMk id="11" creationId="{39E66B9C-720F-F48D-4006-C7AA38F4DEC7}"/>
          </ac:cxnSpMkLst>
        </pc:cxnChg>
      </pc:sldChg>
      <pc:sldChg chg="modSp">
        <pc:chgData name="Rimma Kopytina" userId="6e328e5334e34a74" providerId="LiveId" clId="{085A7C4A-5788-412A-BFBC-00450A8E8AD0}" dt="2026-10-25T18:42:54.977" v="21" actId="2711"/>
        <pc:sldMkLst>
          <pc:docMk/>
          <pc:sldMk cId="2021602491" sldId="259"/>
        </pc:sldMkLst>
        <pc:spChg chg="mod">
          <ac:chgData name="Rimma Kopytina" userId="6e328e5334e34a74" providerId="LiveId" clId="{085A7C4A-5788-412A-BFBC-00450A8E8AD0}" dt="2026-10-25T18:42:54.977" v="21" actId="2711"/>
          <ac:spMkLst>
            <pc:docMk/>
            <pc:sldMk cId="2021602491" sldId="259"/>
            <ac:spMk id="2" creationId="{268355D2-9CB8-845A-D435-188558B213C2}"/>
          </ac:spMkLst>
        </pc:spChg>
        <pc:spChg chg="mod">
          <ac:chgData name="Rimma Kopytina" userId="6e328e5334e34a74" providerId="LiveId" clId="{085A7C4A-5788-412A-BFBC-00450A8E8AD0}" dt="2026-10-25T18:42:54.977" v="21" actId="2711"/>
          <ac:spMkLst>
            <pc:docMk/>
            <pc:sldMk cId="2021602491" sldId="259"/>
            <ac:spMk id="3" creationId="{606143A0-709E-E4C4-4155-36DB6284B051}"/>
          </ac:spMkLst>
        </pc:spChg>
        <pc:spChg chg="mod">
          <ac:chgData name="Rimma Kopytina" userId="6e328e5334e34a74" providerId="LiveId" clId="{085A7C4A-5788-412A-BFBC-00450A8E8AD0}" dt="2026-10-25T18:42:54.977" v="21" actId="2711"/>
          <ac:spMkLst>
            <pc:docMk/>
            <pc:sldMk cId="2021602491" sldId="259"/>
            <ac:spMk id="4" creationId="{C9B0AE02-9D8B-4B04-8884-85D121B98634}"/>
          </ac:spMkLst>
        </pc:spChg>
        <pc:spChg chg="mod">
          <ac:chgData name="Rimma Kopytina" userId="6e328e5334e34a74" providerId="LiveId" clId="{085A7C4A-5788-412A-BFBC-00450A8E8AD0}" dt="2026-10-25T18:42:54.977" v="21" actId="2711"/>
          <ac:spMkLst>
            <pc:docMk/>
            <pc:sldMk cId="2021602491" sldId="259"/>
            <ac:spMk id="5" creationId="{7D5633CD-CF67-C508-F22C-DFD1AE12AFF3}"/>
          </ac:spMkLst>
        </pc:spChg>
        <pc:spChg chg="mod">
          <ac:chgData name="Rimma Kopytina" userId="6e328e5334e34a74" providerId="LiveId" clId="{085A7C4A-5788-412A-BFBC-00450A8E8AD0}" dt="2026-10-25T18:42:54.977" v="21" actId="2711"/>
          <ac:spMkLst>
            <pc:docMk/>
            <pc:sldMk cId="2021602491" sldId="259"/>
            <ac:spMk id="6" creationId="{98532EB8-57ED-17C4-405B-36EDB127596C}"/>
          </ac:spMkLst>
        </pc:spChg>
        <pc:spChg chg="mod">
          <ac:chgData name="Rimma Kopytina" userId="6e328e5334e34a74" providerId="LiveId" clId="{085A7C4A-5788-412A-BFBC-00450A8E8AD0}" dt="2026-10-25T18:42:54.977" v="21" actId="2711"/>
          <ac:spMkLst>
            <pc:docMk/>
            <pc:sldMk cId="2021602491" sldId="259"/>
            <ac:spMk id="8" creationId="{127402DB-A8C8-11EB-D512-3D955F522624}"/>
          </ac:spMkLst>
        </pc:spChg>
        <pc:spChg chg="mod">
          <ac:chgData name="Rimma Kopytina" userId="6e328e5334e34a74" providerId="LiveId" clId="{085A7C4A-5788-412A-BFBC-00450A8E8AD0}" dt="2026-10-25T18:42:54.977" v="21" actId="2711"/>
          <ac:spMkLst>
            <pc:docMk/>
            <pc:sldMk cId="2021602491" sldId="259"/>
            <ac:spMk id="9" creationId="{C1D31D52-4E43-EA1C-BB3C-E44B5729072F}"/>
          </ac:spMkLst>
        </pc:spChg>
        <pc:spChg chg="mod">
          <ac:chgData name="Rimma Kopytina" userId="6e328e5334e34a74" providerId="LiveId" clId="{085A7C4A-5788-412A-BFBC-00450A8E8AD0}" dt="2026-10-25T18:42:54.977" v="21" actId="2711"/>
          <ac:spMkLst>
            <pc:docMk/>
            <pc:sldMk cId="2021602491" sldId="259"/>
            <ac:spMk id="12" creationId="{41FAD003-E3AB-1939-DC40-AF874811009B}"/>
          </ac:spMkLst>
        </pc:spChg>
        <pc:spChg chg="mod">
          <ac:chgData name="Rimma Kopytina" userId="6e328e5334e34a74" providerId="LiveId" clId="{085A7C4A-5788-412A-BFBC-00450A8E8AD0}" dt="2026-10-25T18:42:54.977" v="21" actId="2711"/>
          <ac:spMkLst>
            <pc:docMk/>
            <pc:sldMk cId="2021602491" sldId="259"/>
            <ac:spMk id="13" creationId="{499EE899-B510-EBA8-2913-D11A58A3B660}"/>
          </ac:spMkLst>
        </pc:spChg>
        <pc:spChg chg="mod">
          <ac:chgData name="Rimma Kopytina" userId="6e328e5334e34a74" providerId="LiveId" clId="{085A7C4A-5788-412A-BFBC-00450A8E8AD0}" dt="2026-10-25T18:42:54.977" v="21" actId="2711"/>
          <ac:spMkLst>
            <pc:docMk/>
            <pc:sldMk cId="2021602491" sldId="259"/>
            <ac:spMk id="16" creationId="{DAD0563D-F98E-B5F9-F57F-7F4EB6EB100D}"/>
          </ac:spMkLst>
        </pc:spChg>
      </pc:sldChg>
      <pc:sldChg chg="modSp mod">
        <pc:chgData name="Rimma Kopytina" userId="6e328e5334e34a74" providerId="LiveId" clId="{085A7C4A-5788-412A-BFBC-00450A8E8AD0}" dt="2026-10-25T18:48:48.448" v="114" actId="2711"/>
        <pc:sldMkLst>
          <pc:docMk/>
          <pc:sldMk cId="1140666253" sldId="260"/>
        </pc:sldMkLst>
        <pc:spChg chg="mod">
          <ac:chgData name="Rimma Kopytina" userId="6e328e5334e34a74" providerId="LiveId" clId="{085A7C4A-5788-412A-BFBC-00450A8E8AD0}" dt="2026-10-25T18:42:48.245" v="20" actId="2711"/>
          <ac:spMkLst>
            <pc:docMk/>
            <pc:sldMk cId="1140666253" sldId="260"/>
            <ac:spMk id="2" creationId="{7FB37428-19B5-AB2A-4B19-D9DC3F90AE39}"/>
          </ac:spMkLst>
        </pc:spChg>
        <pc:spChg chg="mod">
          <ac:chgData name="Rimma Kopytina" userId="6e328e5334e34a74" providerId="LiveId" clId="{085A7C4A-5788-412A-BFBC-00450A8E8AD0}" dt="2026-10-25T18:42:48.245" v="20" actId="2711"/>
          <ac:spMkLst>
            <pc:docMk/>
            <pc:sldMk cId="1140666253" sldId="260"/>
            <ac:spMk id="3" creationId="{E122C7D8-293C-4431-1EA6-3AE09CE3C0F7}"/>
          </ac:spMkLst>
        </pc:spChg>
        <pc:spChg chg="mod">
          <ac:chgData name="Rimma Kopytina" userId="6e328e5334e34a74" providerId="LiveId" clId="{085A7C4A-5788-412A-BFBC-00450A8E8AD0}" dt="2026-10-25T18:42:48.245" v="20" actId="2711"/>
          <ac:spMkLst>
            <pc:docMk/>
            <pc:sldMk cId="1140666253" sldId="260"/>
            <ac:spMk id="4" creationId="{D5143BBD-B027-CFED-E9B6-C617562FA91E}"/>
          </ac:spMkLst>
        </pc:spChg>
        <pc:spChg chg="mod">
          <ac:chgData name="Rimma Kopytina" userId="6e328e5334e34a74" providerId="LiveId" clId="{085A7C4A-5788-412A-BFBC-00450A8E8AD0}" dt="2026-10-25T18:42:48.245" v="20" actId="2711"/>
          <ac:spMkLst>
            <pc:docMk/>
            <pc:sldMk cId="1140666253" sldId="260"/>
            <ac:spMk id="5" creationId="{499886B7-9D2F-20F9-864C-3A26B7DD3E2D}"/>
          </ac:spMkLst>
        </pc:spChg>
        <pc:spChg chg="mod">
          <ac:chgData name="Rimma Kopytina" userId="6e328e5334e34a74" providerId="LiveId" clId="{085A7C4A-5788-412A-BFBC-00450A8E8AD0}" dt="2026-10-25T18:42:48.245" v="20" actId="2711"/>
          <ac:spMkLst>
            <pc:docMk/>
            <pc:sldMk cId="1140666253" sldId="260"/>
            <ac:spMk id="6" creationId="{46382343-EB51-B3DD-7170-4FFB1FE3CB34}"/>
          </ac:spMkLst>
        </pc:spChg>
        <pc:spChg chg="mod">
          <ac:chgData name="Rimma Kopytina" userId="6e328e5334e34a74" providerId="LiveId" clId="{085A7C4A-5788-412A-BFBC-00450A8E8AD0}" dt="2026-10-25T18:42:48.245" v="20" actId="2711"/>
          <ac:spMkLst>
            <pc:docMk/>
            <pc:sldMk cId="1140666253" sldId="260"/>
            <ac:spMk id="7" creationId="{AAC39F1C-5CE7-4F40-2904-AC2E8209ABE3}"/>
          </ac:spMkLst>
        </pc:spChg>
        <pc:spChg chg="mod">
          <ac:chgData name="Rimma Kopytina" userId="6e328e5334e34a74" providerId="LiveId" clId="{085A7C4A-5788-412A-BFBC-00450A8E8AD0}" dt="2026-10-25T18:42:48.245" v="20" actId="2711"/>
          <ac:spMkLst>
            <pc:docMk/>
            <pc:sldMk cId="1140666253" sldId="260"/>
            <ac:spMk id="8" creationId="{A6529F39-414B-2C59-90EF-20C8FDF66FBA}"/>
          </ac:spMkLst>
        </pc:spChg>
        <pc:spChg chg="mod">
          <ac:chgData name="Rimma Kopytina" userId="6e328e5334e34a74" providerId="LiveId" clId="{085A7C4A-5788-412A-BFBC-00450A8E8AD0}" dt="2026-10-25T18:42:48.245" v="20" actId="2711"/>
          <ac:spMkLst>
            <pc:docMk/>
            <pc:sldMk cId="1140666253" sldId="260"/>
            <ac:spMk id="9" creationId="{D3E1F5E6-563D-06AF-56A9-C8C60B74A187}"/>
          </ac:spMkLst>
        </pc:spChg>
        <pc:spChg chg="mod">
          <ac:chgData name="Rimma Kopytina" userId="6e328e5334e34a74" providerId="LiveId" clId="{085A7C4A-5788-412A-BFBC-00450A8E8AD0}" dt="2026-10-25T18:48:48.448" v="114" actId="2711"/>
          <ac:spMkLst>
            <pc:docMk/>
            <pc:sldMk cId="1140666253" sldId="260"/>
            <ac:spMk id="11" creationId="{03ED50CE-F310-0D02-4F77-F9AA0847097D}"/>
          </ac:spMkLst>
        </pc:spChg>
        <pc:spChg chg="mod">
          <ac:chgData name="Rimma Kopytina" userId="6e328e5334e34a74" providerId="LiveId" clId="{085A7C4A-5788-412A-BFBC-00450A8E8AD0}" dt="2026-10-25T18:42:48.245" v="20" actId="2711"/>
          <ac:spMkLst>
            <pc:docMk/>
            <pc:sldMk cId="1140666253" sldId="260"/>
            <ac:spMk id="12" creationId="{E681EA4E-EDC0-2D82-6203-B7A8BC405ECC}"/>
          </ac:spMkLst>
        </pc:spChg>
      </pc:sldChg>
      <pc:sldChg chg="addSp delSp modSp del mod">
        <pc:chgData name="Rimma Kopytina" userId="6e328e5334e34a74" providerId="LiveId" clId="{085A7C4A-5788-412A-BFBC-00450A8E8AD0}" dt="2026-10-25T18:59:46.835" v="142" actId="2696"/>
        <pc:sldMkLst>
          <pc:docMk/>
          <pc:sldMk cId="4288523813" sldId="261"/>
        </pc:sldMkLst>
        <pc:spChg chg="mod">
          <ac:chgData name="Rimma Kopytina" userId="6e328e5334e34a74" providerId="LiveId" clId="{085A7C4A-5788-412A-BFBC-00450A8E8AD0}" dt="2026-10-25T18:42:34.716" v="18" actId="2711"/>
          <ac:spMkLst>
            <pc:docMk/>
            <pc:sldMk cId="4288523813" sldId="261"/>
            <ac:spMk id="2" creationId="{5F76E32A-5371-C2BF-71AD-A7C6CE0EE7C4}"/>
          </ac:spMkLst>
        </pc:spChg>
        <pc:spChg chg="mod">
          <ac:chgData name="Rimma Kopytina" userId="6e328e5334e34a74" providerId="LiveId" clId="{085A7C4A-5788-412A-BFBC-00450A8E8AD0}" dt="2026-10-25T18:42:34.716" v="18" actId="2711"/>
          <ac:spMkLst>
            <pc:docMk/>
            <pc:sldMk cId="4288523813" sldId="261"/>
            <ac:spMk id="3" creationId="{3CECC32B-6AD3-B91A-43B8-EF1B38549990}"/>
          </ac:spMkLst>
        </pc:spChg>
        <pc:spChg chg="del mod">
          <ac:chgData name="Rimma Kopytina" userId="6e328e5334e34a74" providerId="LiveId" clId="{085A7C4A-5788-412A-BFBC-00450A8E8AD0}" dt="2026-10-25T18:56:04.712" v="116" actId="478"/>
          <ac:spMkLst>
            <pc:docMk/>
            <pc:sldMk cId="4288523813" sldId="261"/>
            <ac:spMk id="4" creationId="{848F0ED0-115C-D013-29AD-11E976866BA3}"/>
          </ac:spMkLst>
        </pc:spChg>
        <pc:spChg chg="del mod">
          <ac:chgData name="Rimma Kopytina" userId="6e328e5334e34a74" providerId="LiveId" clId="{085A7C4A-5788-412A-BFBC-00450A8E8AD0}" dt="2026-10-25T18:56:04.712" v="116" actId="478"/>
          <ac:spMkLst>
            <pc:docMk/>
            <pc:sldMk cId="4288523813" sldId="261"/>
            <ac:spMk id="6" creationId="{9CE1D8BE-3EB7-B602-EE22-442223BA6EDA}"/>
          </ac:spMkLst>
        </pc:spChg>
        <pc:spChg chg="del mod">
          <ac:chgData name="Rimma Kopytina" userId="6e328e5334e34a74" providerId="LiveId" clId="{085A7C4A-5788-412A-BFBC-00450A8E8AD0}" dt="2026-10-25T18:56:04.712" v="116" actId="478"/>
          <ac:spMkLst>
            <pc:docMk/>
            <pc:sldMk cId="4288523813" sldId="261"/>
            <ac:spMk id="7" creationId="{6AB8D7C5-6ED6-6CD2-D345-438D85CACCC2}"/>
          </ac:spMkLst>
        </pc:spChg>
        <pc:spChg chg="del mod">
          <ac:chgData name="Rimma Kopytina" userId="6e328e5334e34a74" providerId="LiveId" clId="{085A7C4A-5788-412A-BFBC-00450A8E8AD0}" dt="2026-10-25T18:56:04.712" v="116" actId="478"/>
          <ac:spMkLst>
            <pc:docMk/>
            <pc:sldMk cId="4288523813" sldId="261"/>
            <ac:spMk id="8" creationId="{52D8C67D-614C-7B56-6D82-B2DA314222A2}"/>
          </ac:spMkLst>
        </pc:spChg>
        <pc:spChg chg="del mod">
          <ac:chgData name="Rimma Kopytina" userId="6e328e5334e34a74" providerId="LiveId" clId="{085A7C4A-5788-412A-BFBC-00450A8E8AD0}" dt="2026-10-25T18:56:04.712" v="116" actId="478"/>
          <ac:spMkLst>
            <pc:docMk/>
            <pc:sldMk cId="4288523813" sldId="261"/>
            <ac:spMk id="9" creationId="{FBA2646F-926D-4C76-61A4-D70474940EF2}"/>
          </ac:spMkLst>
        </pc:spChg>
        <pc:graphicFrameChg chg="del">
          <ac:chgData name="Rimma Kopytina" userId="6e328e5334e34a74" providerId="LiveId" clId="{085A7C4A-5788-412A-BFBC-00450A8E8AD0}" dt="2026-10-25T18:56:04.712" v="116" actId="478"/>
          <ac:graphicFrameMkLst>
            <pc:docMk/>
            <pc:sldMk cId="4288523813" sldId="261"/>
            <ac:graphicFrameMk id="5" creationId="{955BA8C6-4B82-F88E-B3AD-3EA47A4FD6C4}"/>
          </ac:graphicFrameMkLst>
        </pc:graphicFrameChg>
        <pc:picChg chg="add mod">
          <ac:chgData name="Rimma Kopytina" userId="6e328e5334e34a74" providerId="LiveId" clId="{085A7C4A-5788-412A-BFBC-00450A8E8AD0}" dt="2026-10-25T18:56:48.604" v="126" actId="1076"/>
          <ac:picMkLst>
            <pc:docMk/>
            <pc:sldMk cId="4288523813" sldId="261"/>
            <ac:picMk id="11" creationId="{DC563F53-4EB9-CE3B-A414-780A06B862E3}"/>
          </ac:picMkLst>
        </pc:picChg>
        <pc:picChg chg="add del mod">
          <ac:chgData name="Rimma Kopytina" userId="6e328e5334e34a74" providerId="LiveId" clId="{085A7C4A-5788-412A-BFBC-00450A8E8AD0}" dt="2026-10-25T18:56:24.977" v="122" actId="478"/>
          <ac:picMkLst>
            <pc:docMk/>
            <pc:sldMk cId="4288523813" sldId="261"/>
            <ac:picMk id="13" creationId="{8476EF3E-5EEF-4B5C-B8CB-49DD0A071156}"/>
          </ac:picMkLst>
        </pc:picChg>
        <pc:picChg chg="add mod">
          <ac:chgData name="Rimma Kopytina" userId="6e328e5334e34a74" providerId="LiveId" clId="{085A7C4A-5788-412A-BFBC-00450A8E8AD0}" dt="2026-10-25T18:56:52.797" v="128" actId="1076"/>
          <ac:picMkLst>
            <pc:docMk/>
            <pc:sldMk cId="4288523813" sldId="261"/>
            <ac:picMk id="15" creationId="{E78ABDD4-A70A-22DD-119C-6EB868DA74CE}"/>
          </ac:picMkLst>
        </pc:picChg>
      </pc:sldChg>
      <pc:sldChg chg="modSp mod">
        <pc:chgData name="Rimma Kopytina" userId="6e328e5334e34a74" providerId="LiveId" clId="{085A7C4A-5788-412A-BFBC-00450A8E8AD0}" dt="2026-10-25T19:05:35.119" v="171" actId="20577"/>
        <pc:sldMkLst>
          <pc:docMk/>
          <pc:sldMk cId="2941354220" sldId="262"/>
        </pc:sldMkLst>
        <pc:spChg chg="mod">
          <ac:chgData name="Rimma Kopytina" userId="6e328e5334e34a74" providerId="LiveId" clId="{085A7C4A-5788-412A-BFBC-00450A8E8AD0}" dt="2026-10-25T18:42:42.356" v="19" actId="2711"/>
          <ac:spMkLst>
            <pc:docMk/>
            <pc:sldMk cId="2941354220" sldId="262"/>
            <ac:spMk id="2" creationId="{A11A0CA2-13CD-FDA5-52A5-61404CEF41A9}"/>
          </ac:spMkLst>
        </pc:spChg>
        <pc:spChg chg="mod">
          <ac:chgData name="Rimma Kopytina" userId="6e328e5334e34a74" providerId="LiveId" clId="{085A7C4A-5788-412A-BFBC-00450A8E8AD0}" dt="2026-10-25T19:05:35.119" v="171" actId="20577"/>
          <ac:spMkLst>
            <pc:docMk/>
            <pc:sldMk cId="2941354220" sldId="262"/>
            <ac:spMk id="3" creationId="{BA51A6D3-1C08-BDFF-C558-D11971DF9FD7}"/>
          </ac:spMkLst>
        </pc:spChg>
        <pc:spChg chg="mod">
          <ac:chgData name="Rimma Kopytina" userId="6e328e5334e34a74" providerId="LiveId" clId="{085A7C4A-5788-412A-BFBC-00450A8E8AD0}" dt="2026-10-25T18:42:42.356" v="19" actId="2711"/>
          <ac:spMkLst>
            <pc:docMk/>
            <pc:sldMk cId="2941354220" sldId="262"/>
            <ac:spMk id="5" creationId="{EDE274DA-0EC7-24A4-9448-D33C0F46711C}"/>
          </ac:spMkLst>
        </pc:spChg>
        <pc:spChg chg="mod">
          <ac:chgData name="Rimma Kopytina" userId="6e328e5334e34a74" providerId="LiveId" clId="{085A7C4A-5788-412A-BFBC-00450A8E8AD0}" dt="2026-10-25T18:42:42.356" v="19" actId="2711"/>
          <ac:spMkLst>
            <pc:docMk/>
            <pc:sldMk cId="2941354220" sldId="262"/>
            <ac:spMk id="6" creationId="{A84358FF-FBCA-57C6-4AE0-C331800B1D08}"/>
          </ac:spMkLst>
        </pc:spChg>
        <pc:spChg chg="mod">
          <ac:chgData name="Rimma Kopytina" userId="6e328e5334e34a74" providerId="LiveId" clId="{085A7C4A-5788-412A-BFBC-00450A8E8AD0}" dt="2026-10-25T18:42:42.356" v="19" actId="2711"/>
          <ac:spMkLst>
            <pc:docMk/>
            <pc:sldMk cId="2941354220" sldId="262"/>
            <ac:spMk id="9" creationId="{08DE1E02-24EC-F7C5-829B-88A23BAF6A53}"/>
          </ac:spMkLst>
        </pc:spChg>
        <pc:spChg chg="mod">
          <ac:chgData name="Rimma Kopytina" userId="6e328e5334e34a74" providerId="LiveId" clId="{085A7C4A-5788-412A-BFBC-00450A8E8AD0}" dt="2026-10-25T18:42:42.356" v="19" actId="2711"/>
          <ac:spMkLst>
            <pc:docMk/>
            <pc:sldMk cId="2941354220" sldId="262"/>
            <ac:spMk id="10" creationId="{CBF041F5-908D-EFFF-B93A-3A611971A37D}"/>
          </ac:spMkLst>
        </pc:spChg>
        <pc:spChg chg="mod">
          <ac:chgData name="Rimma Kopytina" userId="6e328e5334e34a74" providerId="LiveId" clId="{085A7C4A-5788-412A-BFBC-00450A8E8AD0}" dt="2026-10-25T18:42:42.356" v="19" actId="2711"/>
          <ac:spMkLst>
            <pc:docMk/>
            <pc:sldMk cId="2941354220" sldId="262"/>
            <ac:spMk id="11" creationId="{0378B2D6-A933-266C-ECBC-23D847812C0D}"/>
          </ac:spMkLst>
        </pc:spChg>
        <pc:spChg chg="mod">
          <ac:chgData name="Rimma Kopytina" userId="6e328e5334e34a74" providerId="LiveId" clId="{085A7C4A-5788-412A-BFBC-00450A8E8AD0}" dt="2026-10-25T18:42:42.356" v="19" actId="2711"/>
          <ac:spMkLst>
            <pc:docMk/>
            <pc:sldMk cId="2941354220" sldId="262"/>
            <ac:spMk id="12" creationId="{F62B3983-06A3-BC12-519C-23FF4E132F13}"/>
          </ac:spMkLst>
        </pc:spChg>
        <pc:spChg chg="mod">
          <ac:chgData name="Rimma Kopytina" userId="6e328e5334e34a74" providerId="LiveId" clId="{085A7C4A-5788-412A-BFBC-00450A8E8AD0}" dt="2026-10-25T18:42:42.356" v="19" actId="2711"/>
          <ac:spMkLst>
            <pc:docMk/>
            <pc:sldMk cId="2941354220" sldId="262"/>
            <ac:spMk id="13" creationId="{25D73BC9-DD95-A7A3-CADC-7BB1CBB882DC}"/>
          </ac:spMkLst>
        </pc:spChg>
        <pc:spChg chg="mod">
          <ac:chgData name="Rimma Kopytina" userId="6e328e5334e34a74" providerId="LiveId" clId="{085A7C4A-5788-412A-BFBC-00450A8E8AD0}" dt="2026-10-25T18:42:42.356" v="19" actId="2711"/>
          <ac:spMkLst>
            <pc:docMk/>
            <pc:sldMk cId="2941354220" sldId="262"/>
            <ac:spMk id="14" creationId="{22D6D50D-056A-B5E2-411F-D975C68F82E1}"/>
          </ac:spMkLst>
        </pc:spChg>
      </pc:sldChg>
      <pc:sldChg chg="modSp mod">
        <pc:chgData name="Rimma Kopytina" userId="6e328e5334e34a74" providerId="LiveId" clId="{085A7C4A-5788-412A-BFBC-00450A8E8AD0}" dt="2026-10-25T19:05:29.333" v="167" actId="20577"/>
        <pc:sldMkLst>
          <pc:docMk/>
          <pc:sldMk cId="758917243" sldId="263"/>
        </pc:sldMkLst>
        <pc:spChg chg="mod">
          <ac:chgData name="Rimma Kopytina" userId="6e328e5334e34a74" providerId="LiveId" clId="{085A7C4A-5788-412A-BFBC-00450A8E8AD0}" dt="2026-10-25T18:42:16.525" v="16" actId="2711"/>
          <ac:spMkLst>
            <pc:docMk/>
            <pc:sldMk cId="758917243" sldId="263"/>
            <ac:spMk id="2" creationId="{44E00EB8-B805-7617-7EBD-FC50B26515A3}"/>
          </ac:spMkLst>
        </pc:spChg>
        <pc:spChg chg="mod">
          <ac:chgData name="Rimma Kopytina" userId="6e328e5334e34a74" providerId="LiveId" clId="{085A7C4A-5788-412A-BFBC-00450A8E8AD0}" dt="2026-10-25T19:05:29.333" v="167" actId="20577"/>
          <ac:spMkLst>
            <pc:docMk/>
            <pc:sldMk cId="758917243" sldId="263"/>
            <ac:spMk id="3" creationId="{CBD681DE-1AFA-07E8-E6B1-1EE26B01D0F1}"/>
          </ac:spMkLst>
        </pc:spChg>
        <pc:spChg chg="mod">
          <ac:chgData name="Rimma Kopytina" userId="6e328e5334e34a74" providerId="LiveId" clId="{085A7C4A-5788-412A-BFBC-00450A8E8AD0}" dt="2026-10-25T18:42:16.525" v="16" actId="2711"/>
          <ac:spMkLst>
            <pc:docMk/>
            <pc:sldMk cId="758917243" sldId="263"/>
            <ac:spMk id="4" creationId="{03136AE9-2C27-D7D5-DA04-87EC2E2613B7}"/>
          </ac:spMkLst>
        </pc:spChg>
        <pc:spChg chg="mod">
          <ac:chgData name="Rimma Kopytina" userId="6e328e5334e34a74" providerId="LiveId" clId="{085A7C4A-5788-412A-BFBC-00450A8E8AD0}" dt="2026-10-25T18:42:16.525" v="16" actId="2711"/>
          <ac:spMkLst>
            <pc:docMk/>
            <pc:sldMk cId="758917243" sldId="263"/>
            <ac:spMk id="5" creationId="{FAFFD1B3-77EE-142D-27E9-2B02F05A4A76}"/>
          </ac:spMkLst>
        </pc:spChg>
        <pc:spChg chg="mod">
          <ac:chgData name="Rimma Kopytina" userId="6e328e5334e34a74" providerId="LiveId" clId="{085A7C4A-5788-412A-BFBC-00450A8E8AD0}" dt="2026-10-25T18:42:16.525" v="16" actId="2711"/>
          <ac:spMkLst>
            <pc:docMk/>
            <pc:sldMk cId="758917243" sldId="263"/>
            <ac:spMk id="6" creationId="{31EA2A42-3AB5-9D7F-1162-D5F809BA7158}"/>
          </ac:spMkLst>
        </pc:spChg>
        <pc:spChg chg="mod">
          <ac:chgData name="Rimma Kopytina" userId="6e328e5334e34a74" providerId="LiveId" clId="{085A7C4A-5788-412A-BFBC-00450A8E8AD0}" dt="2026-10-25T18:42:16.525" v="16" actId="2711"/>
          <ac:spMkLst>
            <pc:docMk/>
            <pc:sldMk cId="758917243" sldId="263"/>
            <ac:spMk id="8" creationId="{9DBB7D3C-C3AE-D0C4-3410-3F51F1DCE9A5}"/>
          </ac:spMkLst>
        </pc:spChg>
        <pc:spChg chg="mod">
          <ac:chgData name="Rimma Kopytina" userId="6e328e5334e34a74" providerId="LiveId" clId="{085A7C4A-5788-412A-BFBC-00450A8E8AD0}" dt="2026-10-25T18:42:16.525" v="16" actId="2711"/>
          <ac:spMkLst>
            <pc:docMk/>
            <pc:sldMk cId="758917243" sldId="263"/>
            <ac:spMk id="9" creationId="{7D19054D-1A1C-B269-700E-EDBDF9FCF5E7}"/>
          </ac:spMkLst>
        </pc:spChg>
      </pc:sldChg>
      <pc:sldChg chg="addSp modSp mod">
        <pc:chgData name="Rimma Kopytina" userId="6e328e5334e34a74" providerId="LiveId" clId="{085A7C4A-5788-412A-BFBC-00450A8E8AD0}" dt="2026-10-25T19:05:24.698" v="164" actId="20577"/>
        <pc:sldMkLst>
          <pc:docMk/>
          <pc:sldMk cId="3195508291" sldId="264"/>
        </pc:sldMkLst>
        <pc:spChg chg="mod">
          <ac:chgData name="Rimma Kopytina" userId="6e328e5334e34a74" providerId="LiveId" clId="{085A7C4A-5788-412A-BFBC-00450A8E8AD0}" dt="2026-10-25T18:42:04.505" v="15" actId="2711"/>
          <ac:spMkLst>
            <pc:docMk/>
            <pc:sldMk cId="3195508291" sldId="264"/>
            <ac:spMk id="2" creationId="{747521EB-B4A7-2E74-3D4A-A24C7BEECF00}"/>
          </ac:spMkLst>
        </pc:spChg>
        <pc:spChg chg="mod">
          <ac:chgData name="Rimma Kopytina" userId="6e328e5334e34a74" providerId="LiveId" clId="{085A7C4A-5788-412A-BFBC-00450A8E8AD0}" dt="2026-10-25T19:05:24.698" v="164" actId="20577"/>
          <ac:spMkLst>
            <pc:docMk/>
            <pc:sldMk cId="3195508291" sldId="264"/>
            <ac:spMk id="3" creationId="{2FE8DD18-5304-B850-9DDF-BC4A10E9D7ED}"/>
          </ac:spMkLst>
        </pc:spChg>
        <pc:spChg chg="mod">
          <ac:chgData name="Rimma Kopytina" userId="6e328e5334e34a74" providerId="LiveId" clId="{085A7C4A-5788-412A-BFBC-00450A8E8AD0}" dt="2026-10-25T18:47:49.485" v="111" actId="1036"/>
          <ac:spMkLst>
            <pc:docMk/>
            <pc:sldMk cId="3195508291" sldId="264"/>
            <ac:spMk id="4" creationId="{1E4163D6-FA8B-A3ED-8B7D-DC75FB7C2D07}"/>
          </ac:spMkLst>
        </pc:spChg>
        <pc:spChg chg="mod">
          <ac:chgData name="Rimma Kopytina" userId="6e328e5334e34a74" providerId="LiveId" clId="{085A7C4A-5788-412A-BFBC-00450A8E8AD0}" dt="2026-10-25T18:47:49.485" v="111" actId="1036"/>
          <ac:spMkLst>
            <pc:docMk/>
            <pc:sldMk cId="3195508291" sldId="264"/>
            <ac:spMk id="5" creationId="{9065DC28-6ABE-64F9-0349-C6DA37D4D7C1}"/>
          </ac:spMkLst>
        </pc:spChg>
        <pc:spChg chg="mod">
          <ac:chgData name="Rimma Kopytina" userId="6e328e5334e34a74" providerId="LiveId" clId="{085A7C4A-5788-412A-BFBC-00450A8E8AD0}" dt="2026-10-25T18:47:49.485" v="111" actId="1036"/>
          <ac:spMkLst>
            <pc:docMk/>
            <pc:sldMk cId="3195508291" sldId="264"/>
            <ac:spMk id="6" creationId="{1609D55D-1857-9CF0-EC51-9A0803DACF79}"/>
          </ac:spMkLst>
        </pc:spChg>
        <pc:spChg chg="mod">
          <ac:chgData name="Rimma Kopytina" userId="6e328e5334e34a74" providerId="LiveId" clId="{085A7C4A-5788-412A-BFBC-00450A8E8AD0}" dt="2026-10-25T18:47:49.485" v="111" actId="1036"/>
          <ac:spMkLst>
            <pc:docMk/>
            <pc:sldMk cId="3195508291" sldId="264"/>
            <ac:spMk id="7" creationId="{4E10CC25-2CEF-CB4C-4C1E-99297BA24222}"/>
          </ac:spMkLst>
        </pc:spChg>
        <pc:spChg chg="mod">
          <ac:chgData name="Rimma Kopytina" userId="6e328e5334e34a74" providerId="LiveId" clId="{085A7C4A-5788-412A-BFBC-00450A8E8AD0}" dt="2026-10-25T18:47:54.265" v="112" actId="1076"/>
          <ac:spMkLst>
            <pc:docMk/>
            <pc:sldMk cId="3195508291" sldId="264"/>
            <ac:spMk id="8" creationId="{605E2F0E-67F9-CF9E-CA6A-1BF66170D62E}"/>
          </ac:spMkLst>
        </pc:spChg>
        <pc:spChg chg="mod">
          <ac:chgData name="Rimma Kopytina" userId="6e328e5334e34a74" providerId="LiveId" clId="{085A7C4A-5788-412A-BFBC-00450A8E8AD0}" dt="2026-10-25T18:47:49.485" v="111" actId="1036"/>
          <ac:spMkLst>
            <pc:docMk/>
            <pc:sldMk cId="3195508291" sldId="264"/>
            <ac:spMk id="9" creationId="{7E6FFD8E-061B-AA59-92A3-737525E03EB5}"/>
          </ac:spMkLst>
        </pc:spChg>
        <pc:spChg chg="mod">
          <ac:chgData name="Rimma Kopytina" userId="6e328e5334e34a74" providerId="LiveId" clId="{085A7C4A-5788-412A-BFBC-00450A8E8AD0}" dt="2026-10-25T18:47:49.485" v="111" actId="1036"/>
          <ac:spMkLst>
            <pc:docMk/>
            <pc:sldMk cId="3195508291" sldId="264"/>
            <ac:spMk id="10" creationId="{F1916760-3E25-CBA9-0608-1D8BD79DB742}"/>
          </ac:spMkLst>
        </pc:spChg>
        <pc:spChg chg="mod">
          <ac:chgData name="Rimma Kopytina" userId="6e328e5334e34a74" providerId="LiveId" clId="{085A7C4A-5788-412A-BFBC-00450A8E8AD0}" dt="2026-10-25T18:47:49.485" v="111" actId="1036"/>
          <ac:spMkLst>
            <pc:docMk/>
            <pc:sldMk cId="3195508291" sldId="264"/>
            <ac:spMk id="11" creationId="{65DBCC2E-8844-9395-DD25-0F56C0CD204C}"/>
          </ac:spMkLst>
        </pc:spChg>
        <pc:spChg chg="mod">
          <ac:chgData name="Rimma Kopytina" userId="6e328e5334e34a74" providerId="LiveId" clId="{085A7C4A-5788-412A-BFBC-00450A8E8AD0}" dt="2026-10-25T18:47:49.485" v="111" actId="1036"/>
          <ac:spMkLst>
            <pc:docMk/>
            <pc:sldMk cId="3195508291" sldId="264"/>
            <ac:spMk id="12" creationId="{13ADBB37-4D2D-64F6-A760-C0E079384657}"/>
          </ac:spMkLst>
        </pc:spChg>
        <pc:spChg chg="add mod">
          <ac:chgData name="Rimma Kopytina" userId="6e328e5334e34a74" providerId="LiveId" clId="{085A7C4A-5788-412A-BFBC-00450A8E8AD0}" dt="2026-10-25T18:47:08.554" v="76"/>
          <ac:spMkLst>
            <pc:docMk/>
            <pc:sldMk cId="3195508291" sldId="264"/>
            <ac:spMk id="14" creationId="{1A229902-6330-F00A-ED1C-312F7A979AFB}"/>
          </ac:spMkLst>
        </pc:spChg>
        <pc:spChg chg="add mod">
          <ac:chgData name="Rimma Kopytina" userId="6e328e5334e34a74" providerId="LiveId" clId="{085A7C4A-5788-412A-BFBC-00450A8E8AD0}" dt="2026-10-25T18:47:32.205" v="84" actId="1076"/>
          <ac:spMkLst>
            <pc:docMk/>
            <pc:sldMk cId="3195508291" sldId="264"/>
            <ac:spMk id="16" creationId="{29F33B6F-5EBA-B85E-A591-E80B44F25A1E}"/>
          </ac:spMkLst>
        </pc:spChg>
      </pc:sldChg>
      <pc:sldChg chg="modSp add mod">
        <pc:chgData name="Rimma Kopytina" userId="6e328e5334e34a74" providerId="LiveId" clId="{085A7C4A-5788-412A-BFBC-00450A8E8AD0}" dt="2026-10-25T19:05:40.883" v="173" actId="20577"/>
        <pc:sldMkLst>
          <pc:docMk/>
          <pc:sldMk cId="297455332" sldId="265"/>
        </pc:sldMkLst>
        <pc:spChg chg="mod">
          <ac:chgData name="Rimma Kopytina" userId="6e328e5334e34a74" providerId="LiveId" clId="{085A7C4A-5788-412A-BFBC-00450A8E8AD0}" dt="2026-10-25T19:05:40.883" v="173" actId="20577"/>
          <ac:spMkLst>
            <pc:docMk/>
            <pc:sldMk cId="297455332" sldId="265"/>
            <ac:spMk id="3" creationId="{BCB66E2A-19D9-15E8-D746-4CCD20C112E1}"/>
          </ac:spMkLst>
        </pc:spChg>
      </pc:sldChg>
      <pc:sldChg chg="addSp delSp modSp add mod">
        <pc:chgData name="Rimma Kopytina" userId="6e328e5334e34a74" providerId="LiveId" clId="{085A7C4A-5788-412A-BFBC-00450A8E8AD0}" dt="2026-10-25T19:06:38.190" v="181" actId="478"/>
        <pc:sldMkLst>
          <pc:docMk/>
          <pc:sldMk cId="3540597401" sldId="266"/>
        </pc:sldMkLst>
        <pc:spChg chg="add del mod">
          <ac:chgData name="Rimma Kopytina" userId="6e328e5334e34a74" providerId="LiveId" clId="{085A7C4A-5788-412A-BFBC-00450A8E8AD0}" dt="2026-10-25T19:06:38.190" v="181" actId="478"/>
          <ac:spMkLst>
            <pc:docMk/>
            <pc:sldMk cId="3540597401" sldId="266"/>
            <ac:spMk id="3" creationId="{67160CD0-9FD8-33EE-5790-D95BF94215FE}"/>
          </ac:spMkLst>
        </pc:spChg>
        <pc:picChg chg="del">
          <ac:chgData name="Rimma Kopytina" userId="6e328e5334e34a74" providerId="LiveId" clId="{085A7C4A-5788-412A-BFBC-00450A8E8AD0}" dt="2026-10-25T18:57:01.295" v="130" actId="478"/>
          <ac:picMkLst>
            <pc:docMk/>
            <pc:sldMk cId="3540597401" sldId="266"/>
            <ac:picMk id="11" creationId="{91A5E16E-6D90-EA13-86D9-E1DDC9709AAF}"/>
          </ac:picMkLst>
        </pc:picChg>
        <pc:picChg chg="mod ord">
          <ac:chgData name="Rimma Kopytina" userId="6e328e5334e34a74" providerId="LiveId" clId="{085A7C4A-5788-412A-BFBC-00450A8E8AD0}" dt="2026-10-25T19:06:30.059" v="178" actId="167"/>
          <ac:picMkLst>
            <pc:docMk/>
            <pc:sldMk cId="3540597401" sldId="266"/>
            <ac:picMk id="15" creationId="{2E5AE771-9D7F-E1DE-4B74-E46A73F9A4DB}"/>
          </ac:picMkLst>
        </pc:picChg>
      </pc:sldChg>
      <pc:sldChg chg="addSp delSp modSp add mod">
        <pc:chgData name="Rimma Kopytina" userId="6e328e5334e34a74" providerId="LiveId" clId="{085A7C4A-5788-412A-BFBC-00450A8E8AD0}" dt="2026-10-25T19:06:56.354" v="184" actId="1076"/>
        <pc:sldMkLst>
          <pc:docMk/>
          <pc:sldMk cId="3346310636" sldId="267"/>
        </pc:sldMkLst>
        <pc:spChg chg="mod">
          <ac:chgData name="Rimma Kopytina" userId="6e328e5334e34a74" providerId="LiveId" clId="{085A7C4A-5788-412A-BFBC-00450A8E8AD0}" dt="2026-10-25T19:06:56.354" v="184" actId="1076"/>
          <ac:spMkLst>
            <pc:docMk/>
            <pc:sldMk cId="3346310636" sldId="267"/>
            <ac:spMk id="3" creationId="{C8F6E40B-4D4D-06F7-7877-504F8E472041}"/>
          </ac:spMkLst>
        </pc:spChg>
        <pc:picChg chg="add mod ord">
          <ac:chgData name="Rimma Kopytina" userId="6e328e5334e34a74" providerId="LiveId" clId="{085A7C4A-5788-412A-BFBC-00450A8E8AD0}" dt="2026-10-25T19:05:46.514" v="174" actId="167"/>
          <ac:picMkLst>
            <pc:docMk/>
            <pc:sldMk cId="3346310636" sldId="267"/>
            <ac:picMk id="5" creationId="{D934F908-D436-E718-1C47-3FB691C54FC2}"/>
          </ac:picMkLst>
        </pc:picChg>
        <pc:picChg chg="del">
          <ac:chgData name="Rimma Kopytina" userId="6e328e5334e34a74" providerId="LiveId" clId="{085A7C4A-5788-412A-BFBC-00450A8E8AD0}" dt="2026-10-25T18:59:54.512" v="143" actId="478"/>
          <ac:picMkLst>
            <pc:docMk/>
            <pc:sldMk cId="3346310636" sldId="267"/>
            <ac:picMk id="15" creationId="{D130B1E2-C366-1984-02D8-2551DA9CE9C1}"/>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0EF0EC-AAD1-4588-AF5D-1464CF4F3A63}" type="datetimeFigureOut">
              <a:rPr lang="ru-RU" smtClean="0"/>
              <a:t>25.10.2026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BE12FF-B309-4972-ADEA-F35854583176}" type="slidenum">
              <a:rPr lang="ru-RU" smtClean="0"/>
              <a:t>‹#›</a:t>
            </a:fld>
            <a:endParaRPr lang="ru-RU"/>
          </a:p>
        </p:txBody>
      </p:sp>
    </p:spTree>
    <p:extLst>
      <p:ext uri="{BB962C8B-B14F-4D97-AF65-F5344CB8AC3E}">
        <p14:creationId xmlns:p14="http://schemas.microsoft.com/office/powerpoint/2010/main" val="4190968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t>Система автоматического сбора аналитических данных предназначена для будущего раздела аналитики портала «Своё Жильё». Ипотечный MVP охватывает шесть исходных метрик Банка России и четыре территориальных разреза. Полный цикл включает получение официальной статистики, нормализацию, хранение, расчёты и отображение.</a:t>
            </a:r>
          </a:p>
          <a:p/>
          <a:p>
            <a:r>
              <a:t>Источники: docs/competition/project-summary.md; src/modules/cbr/cbr.catalog.ts.</a:t>
            </a:r>
          </a:p>
        </p:txBody>
      </p:sp>
      <p:sp>
        <p:nvSpPr>
          <p:cNvPr id="4" name="Номер слайда 3"/>
          <p:cNvSpPr>
            <a:spLocks noGrp="1"/>
          </p:cNvSpPr>
          <p:nvPr>
            <p:ph type="sldNum" sz="quarter" idx="5"/>
          </p:nvPr>
        </p:nvSpPr>
        <p:spPr/>
        <p:txBody>
          <a:bodyPr/>
          <a:lstStyle/>
          <a:p>
            <a:fld id="{33BE12FF-B309-4972-ADEA-F35854583176}" type="slidenum">
              <a:rPr lang="ru-RU" smtClean="0"/>
              <a:t>1</a:t>
            </a:fld>
            <a:endParaRPr lang="ru-RU"/>
          </a:p>
        </p:txBody>
      </p:sp>
    </p:spTree>
    <p:extLst>
      <p:ext uri="{BB962C8B-B14F-4D97-AF65-F5344CB8AC3E}">
        <ns2:creationId val="3262337973"/>
      </p:ext>
    </p:extLst>
  </p:cSld>
  <p:clrMapOvr>
    <a:masterClrMapping/>
  </p:clrMapOvr>
</p:notes>
</file>

<file path=ppt/notesSlides/notesSlide2.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t>Официальный API предоставляет статистику в нескольких публикациях. В ответах различаются обозначения периода, валютные колонки и единицы измерения. Сервис объединяет правила преобразования, хранит историю загрузок и предоставляет порталу единый аналитический контракт.</a:t>
            </a:r>
          </a:p>
          <a:p/>
          <a:p>
            <a:r>
              <a:t>Источники: docs/cbr-api-research.md; src/modules/cbr/cbr.mapper.ts.</a:t>
            </a:r>
          </a:p>
        </p:txBody>
      </p:sp>
      <p:sp>
        <p:nvSpPr>
          <p:cNvPr id="4" name="Номер слайда 3"/>
          <p:cNvSpPr>
            <a:spLocks noGrp="1"/>
          </p:cNvSpPr>
          <p:nvPr>
            <p:ph type="sldNum" sz="quarter" idx="5"/>
          </p:nvPr>
        </p:nvSpPr>
        <p:spPr/>
        <p:txBody>
          <a:bodyPr/>
          <a:lstStyle/>
          <a:p>
            <a:fld id="{33BE12FF-B309-4972-ADEA-F35854583176}" type="slidenum">
              <a:rPr lang="ru-RU" smtClean="0"/>
              <a:t>2</a:t>
            </a:fld>
            <a:endParaRPr lang="ru-RU"/>
          </a:p>
        </p:txBody>
      </p:sp>
    </p:spTree>
    <p:extLst>
      <p:ext uri="{BB962C8B-B14F-4D97-AF65-F5344CB8AC3E}">
        <ns2:creationId val="2298990134"/>
      </p:ext>
    </p:extLst>
  </p:cSld>
  <p:clrMapOvr>
    <a:masterClrMapping/>
  </p:clrMapOvr>
</p:notes>
</file>

<file path=ppt/notesSlides/notesSlide3.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t>Scheduler проверяет источник ежедневно. Возможны также стартовая загрузка и ручной запуск. Адаптер проверяет каталоги, mapper выбирает RUB, согласует период и переводит суммы в рубли. PostgreSQL хранит наблюдения с метаданными источника. Внутренний API отдаёт ряды и сводку dashboard.</a:t>
            </a:r>
          </a:p>
          <a:p/>
          <a:p>
            <a:r>
              <a:t>Источники: src/modules/cbr/cbr.service.ts; src/modules/cbr/cbr.mapper.ts; src/modules/mortgage/mortgage.service.ts; src/modules/sync/sync.scheduler.ts.</a:t>
            </a:r>
          </a:p>
        </p:txBody>
      </p:sp>
      <p:sp>
        <p:nvSpPr>
          <p:cNvPr id="4" name="Номер слайда 3"/>
          <p:cNvSpPr>
            <a:spLocks noGrp="1"/>
          </p:cNvSpPr>
          <p:nvPr>
            <p:ph type="sldNum" sz="quarter" idx="5"/>
          </p:nvPr>
        </p:nvSpPr>
        <p:spPr/>
        <p:txBody>
          <a:bodyPr/>
          <a:lstStyle/>
          <a:p>
            <a:fld id="{33BE12FF-B309-4972-ADEA-F35854583176}" type="slidenum">
              <a:rPr lang="ru-RU" smtClean="0"/>
              <a:t>3</a:t>
            </a:fld>
            <a:endParaRPr lang="ru-RU"/>
          </a:p>
        </p:txBody>
      </p:sp>
    </p:spTree>
    <p:extLst>
      <p:ext uri="{BB962C8B-B14F-4D97-AF65-F5344CB8AC3E}">
        <ns2:creationId val="3536374917"/>
      </p:ext>
    </p:extLst>
  </p:cSld>
  <p:clrMapOvr>
    <a:masterClrMapping/>
  </p:clrMapOvr>
</p:notes>
</file>

<file path=ppt/notesSlides/notesSlide4.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t>Backend работает как модульный монолит на Fastify и TypeScript. Модули интеграции, импорта и аналитики разделены по ответственности. Prisma обращается к PostgreSQL, nginx раздаёт React и проксирует API. Compose запускает три сервиса, Swagger описывает контракт.</a:t>
            </a:r>
          </a:p>
          <a:p/>
          <a:p>
            <a:r>
              <a:t>Источники: src/app.ts; compose.yaml; deploy/nginx.conf; prisma/schema.prisma.</a:t>
            </a:r>
          </a:p>
        </p:txBody>
      </p:sp>
      <p:sp>
        <p:nvSpPr>
          <p:cNvPr id="4" name="Номер слайда 3"/>
          <p:cNvSpPr>
            <a:spLocks noGrp="1"/>
          </p:cNvSpPr>
          <p:nvPr>
            <p:ph type="sldNum" sz="quarter" idx="5"/>
          </p:nvPr>
        </p:nvSpPr>
        <p:spPr/>
        <p:txBody>
          <a:bodyPr/>
          <a:lstStyle/>
          <a:p>
            <a:fld id="{33BE12FF-B309-4972-ADEA-F35854583176}" type="slidenum">
              <a:rPr lang="ru-RU" smtClean="0"/>
              <a:t>4</a:t>
            </a:fld>
            <a:endParaRPr lang="ru-RU"/>
          </a:p>
        </p:txBody>
      </p:sp>
    </p:spTree>
    <p:extLst>
      <p:ext uri="{BB962C8B-B14F-4D97-AF65-F5344CB8AC3E}">
        <ns2:creationId val="874081001"/>
      </p:ext>
    </p:extLst>
  </p:cSld>
  <p:clrMapOvr>
    <a:masterClrMapping/>
  </p:clrMapOvr>
</p:notes>
</file>

<file path=ppt/notesSlides/notesSlide5.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t>Рабочий импорт получает количество, объём, срок, задолженность и просрочку из публикации 21, ставку — из 15/34. Выдачи за январь имеют техническую дату первого февраля. Остаток на первое февраля относится к концу января. Mapper проверяет подпись и дату, сохраняет исходную дату, выбирает рублёвую колонку 36 и переводит суммы из миллионов рублей в рубли.</a:t>
            </a:r>
          </a:p>
          <a:p/>
          <a:p>
            <a:r>
              <a:t>Источники: docs/competition/api-integration.md; data/samples/mortgage-count.json; data/samples/mortgage-debt.json; src/modules/cbr/cbr.mapper.ts.</a:t>
            </a:r>
          </a:p>
        </p:txBody>
      </p:sp>
      <p:sp>
        <p:nvSpPr>
          <p:cNvPr id="4" name="Номер слайда 3"/>
          <p:cNvSpPr>
            <a:spLocks noGrp="1"/>
          </p:cNvSpPr>
          <p:nvPr>
            <p:ph type="sldNum" sz="quarter" idx="5"/>
          </p:nvPr>
        </p:nvSpPr>
        <p:spPr/>
        <p:txBody>
          <a:bodyPr/>
          <a:lstStyle/>
          <a:p>
            <a:fld id="{33BE12FF-B309-4972-ADEA-F35854583176}" type="slidenum">
              <a:rPr lang="ru-RU" smtClean="0"/>
              <a:t>5</a:t>
            </a:fld>
            <a:endParaRPr lang="ru-RU"/>
          </a:p>
        </p:txBody>
      </p:sp>
    </p:spTree>
    <p:extLst>
      <p:ext uri="{BB962C8B-B14F-4D97-AF65-F5344CB8AC3E}">
        <ns2:creationId val="3463462364"/>
      </p:ext>
    </p:extLst>
  </p:cSld>
  <p:clrMapOvr>
    <a:masterClrMapping/>
  </p:clrMapOvr>
</p:notes>
</file>

<file path=ppt/notesSlides/notesSlide6.xml><?xml version="1.0" encoding="utf-8"?>
<p:notes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5236818D-5B5B-DE9C-0F72-FB518692D649}"/>
            </a:ext>
          </a:extLst>
        </p:cNvPr>
        <p:cNvGrpSpPr/>
        <p:nvPr/>
      </p:nvGrpSpPr>
      <p:grpSpPr>
        <a:xfrm>
          <a:off x="0" y="0"/>
          <a:ext cx="0" cy="0"/>
          <a:chOff x="0" y="0"/>
          <a:chExt cx="0" cy="0"/>
        </a:xfrm>
      </p:grpSpPr>
      <p:sp>
        <p:nvSpPr>
          <p:cNvPr id="2" name="Образ слайда 1">
            <a:extLst>
              <a:ext uri="{FF2B5EF4-FFF2-40B4-BE49-F238E27FC236}">
                <ns2:creationId id="{1885162F-D1AB-CBE2-BCF6-D3E775B8CE40}"/>
              </a:ext>
            </a:extLst>
          </p:cNvPr>
          <p:cNvSpPr>
            <a:spLocks noGrp="1" noRot="1" noChangeAspect="1"/>
          </p:cNvSpPr>
          <p:nvPr>
            <p:ph type="sldImg"/>
          </p:nvPr>
        </p:nvSpPr>
        <p:spPr/>
      </p:sp>
      <p:sp>
        <p:nvSpPr>
          <p:cNvPr id="3" name="Заметки 2">
            <a:extLst>
              <a:ext uri="{FF2B5EF4-FFF2-40B4-BE49-F238E27FC236}">
                <ns2:creationId id="{DD88DC84-1DCF-70F3-96F5-202168CEF4CC}"/>
              </a:ext>
            </a:extLst>
          </p:cNvPr>
          <p:cNvSpPr>
            <a:spLocks noGrp="1"/>
          </p:cNvSpPr>
          <p:nvPr>
            <p:ph type="body" idx="1"/>
          </p:nvPr>
        </p:nvSpPr>
        <p:spPr/>
        <p:txBody>
          <a:bodyPr/>
          <a:lstStyle/>
          <a:p>
            <a:r>
              <a:t>На экране выбран рублёвый ипотечный сегмент РФ за август 2026. Видны фильтры региона и месяца, карточки объёма, количества, ставки, срока и среднего кредита. Карточки показывают месячные изменения, а блок динамики объёма также содержит сравнение год к году. Под карточками отражены кредитный портфель и просроченная задолженность.</a:t>
            </a:r>
          </a:p>
          <a:p/>
          <a:p>
            <a:r>
              <a:t>Источники: assets/competition/screenshots/02-dashboard-overview.png; frontend/src/App.tsx.</a:t>
            </a:r>
          </a:p>
        </p:txBody>
      </p:sp>
      <p:sp>
        <p:nvSpPr>
          <p:cNvPr id="4" name="Номер слайда 3">
            <a:extLst>
              <a:ext uri="{FF2B5EF4-FFF2-40B4-BE49-F238E27FC236}">
                <ns2:creationId id="{742B22FD-3711-84FE-293A-FB7EA2E27EFD}"/>
              </a:ext>
            </a:extLst>
          </p:cNvPr>
          <p:cNvSpPr>
            <a:spLocks noGrp="1"/>
          </p:cNvSpPr>
          <p:nvPr>
            <p:ph type="sldNum" sz="quarter" idx="5"/>
          </p:nvPr>
        </p:nvSpPr>
        <p:spPr/>
        <p:txBody>
          <a:bodyPr/>
          <a:lstStyle/>
          <a:p>
            <a:fld id="{33BE12FF-B309-4972-ADEA-F35854583176}" type="slidenum">
              <a:rPr lang="ru-RU" smtClean="0"/>
              <a:t>6</a:t>
            </a:fld>
            <a:endParaRPr lang="ru-RU"/>
          </a:p>
        </p:txBody>
      </p:sp>
    </p:spTree>
    <p:extLst>
      <p:ext uri="{BB962C8B-B14F-4D97-AF65-F5344CB8AC3E}">
        <ns3:creationId val="2211248779"/>
      </p:ext>
    </p:extLst>
  </p:cSld>
  <p:clrMapOvr>
    <a:masterClrMapping/>
  </p:clrMapOvr>
</p:notes>
</file>

<file path=ppt/notesSlides/notesSlide7.xml><?xml version="1.0" encoding="utf-8"?>
<p:notes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FD9BD6F4-67C1-2E05-EB71-A2C0A5A771CC}"/>
            </a:ext>
          </a:extLst>
        </p:cNvPr>
        <p:cNvGrpSpPr/>
        <p:nvPr/>
      </p:nvGrpSpPr>
      <p:grpSpPr>
        <a:xfrm>
          <a:off x="0" y="0"/>
          <a:ext cx="0" cy="0"/>
          <a:chOff x="0" y="0"/>
          <a:chExt cx="0" cy="0"/>
        </a:xfrm>
      </p:grpSpPr>
      <p:sp>
        <p:nvSpPr>
          <p:cNvPr id="2" name="Образ слайда 1">
            <a:extLst>
              <a:ext uri="{FF2B5EF4-FFF2-40B4-BE49-F238E27FC236}">
                <ns2:creationId id="{9308B12A-EBA9-D623-F433-76AD67FE8F60}"/>
              </a:ext>
            </a:extLst>
          </p:cNvPr>
          <p:cNvSpPr>
            <a:spLocks noGrp="1" noRot="1" noChangeAspect="1"/>
          </p:cNvSpPr>
          <p:nvPr>
            <p:ph type="sldImg"/>
          </p:nvPr>
        </p:nvSpPr>
        <p:spPr/>
      </p:sp>
      <p:sp>
        <p:nvSpPr>
          <p:cNvPr id="3" name="Заметки 2">
            <a:extLst>
              <a:ext uri="{FF2B5EF4-FFF2-40B4-BE49-F238E27FC236}">
                <ns2:creationId id="{DF4A3C6E-6040-2E42-41AC-BBB52DC36251}"/>
              </a:ext>
            </a:extLst>
          </p:cNvPr>
          <p:cNvSpPr>
            <a:spLocks noGrp="1"/>
          </p:cNvSpPr>
          <p:nvPr>
            <p:ph type="body" idx="1"/>
          </p:nvPr>
        </p:nvSpPr>
        <p:spPr/>
        <p:txBody>
          <a:bodyPr/>
          <a:lstStyle/>
          <a:p>
            <a:r>
              <a:t>Графики показывают динамику объёма, количества и средневзвешенной ставки. Ниже находится месячная таблица с выгрузкой CSV. Фильтры региона и периода определяют показанный ряд.</a:t>
            </a:r>
          </a:p>
          <a:p/>
          <a:p>
            <a:r>
              <a:t>Источники: assets/competition/screenshots/03-dashboard-table.png; frontend/src/App.tsx.</a:t>
            </a:r>
          </a:p>
        </p:txBody>
      </p:sp>
      <p:sp>
        <p:nvSpPr>
          <p:cNvPr id="4" name="Номер слайда 3">
            <a:extLst>
              <a:ext uri="{FF2B5EF4-FFF2-40B4-BE49-F238E27FC236}">
                <ns2:creationId id="{5E9FE757-9A25-9C13-CBB0-85CE6AC18B0C}"/>
              </a:ext>
            </a:extLst>
          </p:cNvPr>
          <p:cNvSpPr>
            <a:spLocks noGrp="1"/>
          </p:cNvSpPr>
          <p:nvPr>
            <p:ph type="sldNum" sz="quarter" idx="5"/>
          </p:nvPr>
        </p:nvSpPr>
        <p:spPr/>
        <p:txBody>
          <a:bodyPr/>
          <a:lstStyle/>
          <a:p>
            <a:fld id="{33BE12FF-B309-4972-ADEA-F35854583176}" type="slidenum">
              <a:rPr lang="ru-RU" smtClean="0"/>
              <a:t>7</a:t>
            </a:fld>
            <a:endParaRPr lang="ru-RU"/>
          </a:p>
        </p:txBody>
      </p:sp>
    </p:spTree>
    <p:extLst>
      <p:ext uri="{BB962C8B-B14F-4D97-AF65-F5344CB8AC3E}">
        <ns3:creationId val="3002477511"/>
      </p:ext>
    </p:extLst>
  </p:cSld>
  <p:clrMapOvr>
    <a:masterClrMapping/>
  </p:clrMapOvr>
</p:notes>
</file>

<file path=ppt/notesSlides/notesSlide8.xml><?xml version="1.0" encoding="utf-8"?>
<p:notes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54A193FB-BD71-5E41-7C56-FE5961F96A06}"/>
            </a:ext>
          </a:extLst>
        </p:cNvPr>
        <p:cNvGrpSpPr/>
        <p:nvPr/>
      </p:nvGrpSpPr>
      <p:grpSpPr>
        <a:xfrm>
          <a:off x="0" y="0"/>
          <a:ext cx="0" cy="0"/>
          <a:chOff x="0" y="0"/>
          <a:chExt cx="0" cy="0"/>
        </a:xfrm>
      </p:grpSpPr>
      <p:sp>
        <p:nvSpPr>
          <p:cNvPr id="2" name="Образ слайда 1">
            <a:extLst>
              <a:ext uri="{FF2B5EF4-FFF2-40B4-BE49-F238E27FC236}">
                <ns2:creationId id="{717193E5-34F9-B4CC-40C5-09169139B185}"/>
              </a:ext>
            </a:extLst>
          </p:cNvPr>
          <p:cNvSpPr>
            <a:spLocks noGrp="1" noRot="1" noChangeAspect="1"/>
          </p:cNvSpPr>
          <p:nvPr>
            <p:ph type="sldImg"/>
          </p:nvPr>
        </p:nvSpPr>
        <p:spPr/>
      </p:sp>
      <p:sp>
        <p:nvSpPr>
          <p:cNvPr id="3" name="Заметки 2">
            <a:extLst>
              <a:ext uri="{FF2B5EF4-FFF2-40B4-BE49-F238E27FC236}">
                <ns2:creationId id="{C3AE474E-736B-DFBD-4A28-9FAF3E8592AE}"/>
              </a:ext>
            </a:extLst>
          </p:cNvPr>
          <p:cNvSpPr>
            <a:spLocks noGrp="1"/>
          </p:cNvSpPr>
          <p:nvPr>
            <p:ph type="body" idx="1"/>
          </p:nvPr>
        </p:nvSpPr>
        <p:spPr/>
        <p:txBody>
          <a:bodyPr/>
          <a:lstStyle/>
          <a:p>
            <a:r>
              <a:t>Пример нормализованных данных РФ за август 2026: объём 380,633 млрд рублей, количество 86 447 кредитов, средний срок 285,7 месяца. Средний кредит 4,40 млн рублей рассчитан делением объёма в рублях на количество. Исходные значения сохранены в ответах ЦБ от 20.10.2026. MoM и YoY объёма представлены в интерфейсе; API предоставляет сравнения и для других метрик.</a:t>
            </a:r>
          </a:p>
          <a:p/>
          <a:p>
            <a:r>
              <a:t>Источники: data/samples/mortgage-count.json; data/samples/mortgage-volume.json; data/samples/mortgage-term.json; src/modules/mortgage/mortgage.service.ts.</a:t>
            </a:r>
          </a:p>
        </p:txBody>
      </p:sp>
      <p:sp>
        <p:nvSpPr>
          <p:cNvPr id="4" name="Номер слайда 3">
            <a:extLst>
              <a:ext uri="{FF2B5EF4-FFF2-40B4-BE49-F238E27FC236}">
                <ns2:creationId id="{EEF826A2-8AA9-C4A2-A27F-B66D902B1B67}"/>
              </a:ext>
            </a:extLst>
          </p:cNvPr>
          <p:cNvSpPr>
            <a:spLocks noGrp="1"/>
          </p:cNvSpPr>
          <p:nvPr>
            <p:ph type="sldNum" sz="quarter" idx="5"/>
          </p:nvPr>
        </p:nvSpPr>
        <p:spPr/>
        <p:txBody>
          <a:bodyPr/>
          <a:lstStyle/>
          <a:p>
            <a:fld id="{33BE12FF-B309-4972-ADEA-F35854583176}" type="slidenum">
              <a:rPr lang="ru-RU" smtClean="0"/>
              <a:t>8</a:t>
            </a:fld>
            <a:endParaRPr lang="ru-RU"/>
          </a:p>
        </p:txBody>
      </p:sp>
    </p:spTree>
    <p:extLst>
      <p:ext uri="{BB962C8B-B14F-4D97-AF65-F5344CB8AC3E}">
        <ns3:creationId val="2452441362"/>
      </p:ext>
    </p:extLst>
  </p:cSld>
  <p:clrMapOvr>
    <a:masterClrMapping/>
  </p:clrMapOvr>
</p:notes>
</file>

<file path=ppt/notesSlides/notesSlide9.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t>Repository сравнивает значения и метаданные по региону, месяцу и метрике. Неизменившаяся запись увеличивает skipped, новая вставляется, исправленная обновляется. PostgreSQL разрешает только один RUNNING. Heartbeat продлевает lease, перед атомарной записью повторно проверяется владелец. После аварии восстановление происходит при следующем запуске после истечения lease.</a:t>
            </a:r>
          </a:p>
          <a:p/>
          <a:p>
            <a:r>
              <a:t>Источники: src/modules/sync/sync.service.ts; src/modules/mortgage/mortgage.repository.ts; tests/integration/sync.test.ts.</a:t>
            </a:r>
          </a:p>
        </p:txBody>
      </p:sp>
      <p:sp>
        <p:nvSpPr>
          <p:cNvPr id="4" name="Номер слайда 3"/>
          <p:cNvSpPr>
            <a:spLocks noGrp="1"/>
          </p:cNvSpPr>
          <p:nvPr>
            <p:ph type="sldNum" sz="quarter" idx="5"/>
          </p:nvPr>
        </p:nvSpPr>
        <p:spPr/>
        <p:txBody>
          <a:bodyPr/>
          <a:lstStyle/>
          <a:p>
            <a:fld id="{33BE12FF-B309-4972-ADEA-F35854583176}" type="slidenum">
              <a:rPr lang="ru-RU" smtClean="0"/>
              <a:t>9</a:t>
            </a:fld>
            <a:endParaRPr lang="ru-RU"/>
          </a:p>
        </p:txBody>
      </p:sp>
    </p:spTree>
    <p:extLst>
      <p:ext uri="{BB962C8B-B14F-4D97-AF65-F5344CB8AC3E}">
        <ns2:creationId val="400768017"/>
      </p:ext>
    </p:extLst>
  </p:cSld>
  <p:clrMapOvr>
    <a:masterClrMapping/>
  </p:clrMapOvr>
</p:notes>
</file>

<file path=ppt/notesSlides/notesSlide10.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t>В ревью от 21.10.2026 прошли 14 unit-тестов и 9 интеграционных тестов на PostgreSQL, включая два OS-процесса, аварийное завершение и восстановление. Первый импорт в отдельном чистом Compose-стенде: received 1280, inserted 480, updated 0, skipped 800. Повторный: received 1280, inserted 0, updated 0, skipped 1280. После каждого импорта в БД 480 наблюдений. Проверка ключей не обнаружила дублей. Raw содержит валютные колонки, поэтому received отличается от количества сохранённых наблюдений.</a:t>
            </a:r>
          </a:p>
          <a:p/>
          <a:p>
            <a:r>
              <a:t>Источники: docs/final-review.md; docs/competition/testing.md.</a:t>
            </a:r>
          </a:p>
        </p:txBody>
      </p:sp>
      <p:sp>
        <p:nvSpPr>
          <p:cNvPr id="4" name="Номер слайда 3"/>
          <p:cNvSpPr>
            <a:spLocks noGrp="1"/>
          </p:cNvSpPr>
          <p:nvPr>
            <p:ph type="sldNum" sz="quarter" idx="5"/>
          </p:nvPr>
        </p:nvSpPr>
        <p:spPr/>
        <p:txBody>
          <a:bodyPr/>
          <a:lstStyle/>
          <a:p>
            <a:fld id="{33BE12FF-B309-4972-ADEA-F35854583176}" type="slidenum">
              <a:rPr lang="ru-RU" smtClean="0"/>
              <a:t>10</a:t>
            </a:fld>
            <a:endParaRPr lang="ru-RU"/>
          </a:p>
        </p:txBody>
      </p:sp>
    </p:spTree>
    <p:extLst>
      <p:ext uri="{BB962C8B-B14F-4D97-AF65-F5344CB8AC3E}">
        <ns2:creationId val="143239429"/>
      </p:ext>
    </p:extLst>
  </p:cSld>
  <p:clrMapOvr>
    <a:masterClrMapping/>
  </p:clrMapOvr>
</p:notes>
</file>

<file path=ppt/notesSlides/notesSlide11.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t>Ипотечный MVP предоставляет воспроизводимый цикл обработки официальной статистики и единый API для будущего раздела портала. Перед публичной эксплуатацией необходимы авторизация ручного sync, мониторинг и браузерные проверки. Расширение регионов, истории и остальных банковских показателей требует проверки источников и методологии.</a:t>
            </a:r>
          </a:p>
          <a:p/>
          <a:p>
            <a:r>
              <a:t>Источники: docs/competition/project-summary.md; docs/competition/limitations.md.</a:t>
            </a:r>
          </a:p>
          <a:p/>
          <a:p>
            <a:r>
              <a:t>Результат: интеграционный слой для автоматического наполнения раздела «Аналитика» официальными данными Банка России. Расширение регионов, метрик и источников — направление развития архитектуры.</a:t>
            </a:r>
          </a:p>
        </p:txBody>
      </p:sp>
      <p:sp>
        <p:nvSpPr>
          <p:cNvPr id="4" name="Номер слайда 3"/>
          <p:cNvSpPr>
            <a:spLocks noGrp="1"/>
          </p:cNvSpPr>
          <p:nvPr>
            <p:ph type="sldNum" sz="quarter" idx="5"/>
          </p:nvPr>
        </p:nvSpPr>
        <p:spPr/>
        <p:txBody>
          <a:bodyPr/>
          <a:lstStyle/>
          <a:p>
            <a:fld id="{33BE12FF-B309-4972-ADEA-F35854583176}" type="slidenum">
              <a:rPr lang="ru-RU" smtClean="0"/>
              <a:t>11</a:t>
            </a:fld>
            <a:endParaRPr lang="ru-RU"/>
          </a:p>
        </p:txBody>
      </p:sp>
    </p:spTree>
    <p:extLst>
      <p:ext uri="{BB962C8B-B14F-4D97-AF65-F5344CB8AC3E}">
        <ns2:creationId val="41004559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2EF5F30-9933-2904-67B4-818E5BE2E88D}"/>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p>
        </p:txBody>
      </p:sp>
      <p:sp>
        <p:nvSpPr>
          <p:cNvPr id="3" name="Подзаголовок 2">
            <a:extLst>
              <a:ext uri="{FF2B5EF4-FFF2-40B4-BE49-F238E27FC236}">
                <a16:creationId xmlns:a16="http://schemas.microsoft.com/office/drawing/2014/main" id="{6B7379D3-24D9-3040-ABBB-EA0C063148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a:extLst>
              <a:ext uri="{FF2B5EF4-FFF2-40B4-BE49-F238E27FC236}">
                <a16:creationId xmlns:a16="http://schemas.microsoft.com/office/drawing/2014/main" id="{2D13350B-C5A3-FE20-F5E2-0C07F426B2D8}"/>
              </a:ext>
            </a:extLst>
          </p:cNvPr>
          <p:cNvSpPr>
            <a:spLocks noGrp="1"/>
          </p:cNvSpPr>
          <p:nvPr>
            <p:ph type="dt" sz="half" idx="10"/>
          </p:nvPr>
        </p:nvSpPr>
        <p:spPr/>
        <p:txBody>
          <a:bodyPr/>
          <a:lstStyle/>
          <a:p>
            <a:fld id="{2913553C-8E3C-46F7-8E18-CBBEA2B3393B}" type="datetimeFigureOut">
              <a:rPr lang="ru-RU" smtClean="0"/>
              <a:t>25.10.2026</a:t>
            </a:fld>
            <a:endParaRPr lang="ru-RU"/>
          </a:p>
        </p:txBody>
      </p:sp>
      <p:sp>
        <p:nvSpPr>
          <p:cNvPr id="5" name="Нижний колонтитул 4">
            <a:extLst>
              <a:ext uri="{FF2B5EF4-FFF2-40B4-BE49-F238E27FC236}">
                <a16:creationId xmlns:a16="http://schemas.microsoft.com/office/drawing/2014/main" id="{79C7F298-0BF1-870A-3BAC-D4E71BE803FE}"/>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C6689F3D-8E0D-7605-488E-D02D863145CC}"/>
              </a:ext>
            </a:extLst>
          </p:cNvPr>
          <p:cNvSpPr>
            <a:spLocks noGrp="1"/>
          </p:cNvSpPr>
          <p:nvPr>
            <p:ph type="sldNum" sz="quarter" idx="12"/>
          </p:nvPr>
        </p:nvSpPr>
        <p:spPr/>
        <p:txBody>
          <a:bodyPr/>
          <a:lstStyle/>
          <a:p>
            <a:fld id="{ACDE234C-261F-4B40-9DFE-4B87CE4D05FF}" type="slidenum">
              <a:rPr lang="ru-RU" smtClean="0"/>
              <a:t>‹#›</a:t>
            </a:fld>
            <a:endParaRPr lang="ru-RU"/>
          </a:p>
        </p:txBody>
      </p:sp>
    </p:spTree>
    <p:extLst>
      <p:ext uri="{BB962C8B-B14F-4D97-AF65-F5344CB8AC3E}">
        <p14:creationId xmlns:p14="http://schemas.microsoft.com/office/powerpoint/2010/main" val="29272498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8297995-F6D3-DCD1-9F74-CA8C874BD210}"/>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a16="http://schemas.microsoft.com/office/drawing/2014/main" id="{BDE1C150-B33A-1181-C29D-6BCAB57AB77F}"/>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AA29F189-2555-8571-C2E5-D85F28AF3FDF}"/>
              </a:ext>
            </a:extLst>
          </p:cNvPr>
          <p:cNvSpPr>
            <a:spLocks noGrp="1"/>
          </p:cNvSpPr>
          <p:nvPr>
            <p:ph type="dt" sz="half" idx="10"/>
          </p:nvPr>
        </p:nvSpPr>
        <p:spPr/>
        <p:txBody>
          <a:bodyPr/>
          <a:lstStyle/>
          <a:p>
            <a:fld id="{2913553C-8E3C-46F7-8E18-CBBEA2B3393B}" type="datetimeFigureOut">
              <a:rPr lang="ru-RU" smtClean="0"/>
              <a:t>25.10.2026</a:t>
            </a:fld>
            <a:endParaRPr lang="ru-RU"/>
          </a:p>
        </p:txBody>
      </p:sp>
      <p:sp>
        <p:nvSpPr>
          <p:cNvPr id="5" name="Нижний колонтитул 4">
            <a:extLst>
              <a:ext uri="{FF2B5EF4-FFF2-40B4-BE49-F238E27FC236}">
                <a16:creationId xmlns:a16="http://schemas.microsoft.com/office/drawing/2014/main" id="{75C03E94-7908-D2B0-C9E8-3FB710A388C3}"/>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041EF208-5DE9-91BD-A8A9-14CB4D1027F8}"/>
              </a:ext>
            </a:extLst>
          </p:cNvPr>
          <p:cNvSpPr>
            <a:spLocks noGrp="1"/>
          </p:cNvSpPr>
          <p:nvPr>
            <p:ph type="sldNum" sz="quarter" idx="12"/>
          </p:nvPr>
        </p:nvSpPr>
        <p:spPr/>
        <p:txBody>
          <a:bodyPr/>
          <a:lstStyle/>
          <a:p>
            <a:fld id="{ACDE234C-261F-4B40-9DFE-4B87CE4D05FF}" type="slidenum">
              <a:rPr lang="ru-RU" smtClean="0"/>
              <a:t>‹#›</a:t>
            </a:fld>
            <a:endParaRPr lang="ru-RU"/>
          </a:p>
        </p:txBody>
      </p:sp>
    </p:spTree>
    <p:extLst>
      <p:ext uri="{BB962C8B-B14F-4D97-AF65-F5344CB8AC3E}">
        <p14:creationId xmlns:p14="http://schemas.microsoft.com/office/powerpoint/2010/main" val="8284410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E6CA784-1C19-0A57-0F44-BB1E28A5AB99}"/>
              </a:ext>
            </a:extLst>
          </p:cNvPr>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p>
        </p:txBody>
      </p:sp>
      <p:sp>
        <p:nvSpPr>
          <p:cNvPr id="3" name="Текст 2">
            <a:extLst>
              <a:ext uri="{FF2B5EF4-FFF2-40B4-BE49-F238E27FC236}">
                <a16:creationId xmlns:a16="http://schemas.microsoft.com/office/drawing/2014/main" id="{B9F182CF-4534-0BC7-4BED-1B44A5D848D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ru-RU"/>
              <a:t>Образец текста</a:t>
            </a:r>
          </a:p>
        </p:txBody>
      </p:sp>
      <p:sp>
        <p:nvSpPr>
          <p:cNvPr id="4" name="Дата 3">
            <a:extLst>
              <a:ext uri="{FF2B5EF4-FFF2-40B4-BE49-F238E27FC236}">
                <a16:creationId xmlns:a16="http://schemas.microsoft.com/office/drawing/2014/main" id="{79412688-B6A7-D52C-9234-62A50207ECC4}"/>
              </a:ext>
            </a:extLst>
          </p:cNvPr>
          <p:cNvSpPr>
            <a:spLocks noGrp="1"/>
          </p:cNvSpPr>
          <p:nvPr>
            <p:ph type="dt" sz="half" idx="10"/>
          </p:nvPr>
        </p:nvSpPr>
        <p:spPr/>
        <p:txBody>
          <a:bodyPr/>
          <a:lstStyle/>
          <a:p>
            <a:fld id="{2913553C-8E3C-46F7-8E18-CBBEA2B3393B}" type="datetimeFigureOut">
              <a:rPr lang="ru-RU" smtClean="0"/>
              <a:t>25.10.2026</a:t>
            </a:fld>
            <a:endParaRPr lang="ru-RU"/>
          </a:p>
        </p:txBody>
      </p:sp>
      <p:sp>
        <p:nvSpPr>
          <p:cNvPr id="5" name="Нижний колонтитул 4">
            <a:extLst>
              <a:ext uri="{FF2B5EF4-FFF2-40B4-BE49-F238E27FC236}">
                <a16:creationId xmlns:a16="http://schemas.microsoft.com/office/drawing/2014/main" id="{53B73486-84CA-776F-4D33-B93229124E31}"/>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D8330A73-5635-7DEF-719B-625235A91B69}"/>
              </a:ext>
            </a:extLst>
          </p:cNvPr>
          <p:cNvSpPr>
            <a:spLocks noGrp="1"/>
          </p:cNvSpPr>
          <p:nvPr>
            <p:ph type="sldNum" sz="quarter" idx="12"/>
          </p:nvPr>
        </p:nvSpPr>
        <p:spPr/>
        <p:txBody>
          <a:bodyPr/>
          <a:lstStyle/>
          <a:p>
            <a:fld id="{ACDE234C-261F-4B40-9DFE-4B87CE4D05FF}" type="slidenum">
              <a:rPr lang="ru-RU" smtClean="0"/>
              <a:t>‹#›</a:t>
            </a:fld>
            <a:endParaRPr lang="ru-RU"/>
          </a:p>
        </p:txBody>
      </p:sp>
    </p:spTree>
    <p:extLst>
      <p:ext uri="{BB962C8B-B14F-4D97-AF65-F5344CB8AC3E}">
        <p14:creationId xmlns:p14="http://schemas.microsoft.com/office/powerpoint/2010/main" val="37064151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365F80B-3E74-8E25-2635-0E5638249239}"/>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a16="http://schemas.microsoft.com/office/drawing/2014/main" id="{B3F0F014-AE22-D247-D5F8-48AE216B1423}"/>
              </a:ext>
            </a:extLst>
          </p:cNvPr>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a:extLst>
              <a:ext uri="{FF2B5EF4-FFF2-40B4-BE49-F238E27FC236}">
                <a16:creationId xmlns:a16="http://schemas.microsoft.com/office/drawing/2014/main" id="{45D4419D-3D6E-F633-2A52-CA17F64D2CFC}"/>
              </a:ext>
            </a:extLst>
          </p:cNvPr>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a:extLst>
              <a:ext uri="{FF2B5EF4-FFF2-40B4-BE49-F238E27FC236}">
                <a16:creationId xmlns:a16="http://schemas.microsoft.com/office/drawing/2014/main" id="{9CA21ED0-A41F-BA35-AB94-F66BEECF1C58}"/>
              </a:ext>
            </a:extLst>
          </p:cNvPr>
          <p:cNvSpPr>
            <a:spLocks noGrp="1"/>
          </p:cNvSpPr>
          <p:nvPr>
            <p:ph type="dt" sz="half" idx="10"/>
          </p:nvPr>
        </p:nvSpPr>
        <p:spPr/>
        <p:txBody>
          <a:bodyPr/>
          <a:lstStyle/>
          <a:p>
            <a:fld id="{2913553C-8E3C-46F7-8E18-CBBEA2B3393B}" type="datetimeFigureOut">
              <a:rPr lang="ru-RU" smtClean="0"/>
              <a:t>25.10.2026</a:t>
            </a:fld>
            <a:endParaRPr lang="ru-RU"/>
          </a:p>
        </p:txBody>
      </p:sp>
      <p:sp>
        <p:nvSpPr>
          <p:cNvPr id="6" name="Нижний колонтитул 5">
            <a:extLst>
              <a:ext uri="{FF2B5EF4-FFF2-40B4-BE49-F238E27FC236}">
                <a16:creationId xmlns:a16="http://schemas.microsoft.com/office/drawing/2014/main" id="{EAD913F0-500D-F8BA-A904-DB52E3DBD6BE}"/>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F677DF2F-734E-A59B-DDFF-FE75380AEED0}"/>
              </a:ext>
            </a:extLst>
          </p:cNvPr>
          <p:cNvSpPr>
            <a:spLocks noGrp="1"/>
          </p:cNvSpPr>
          <p:nvPr>
            <p:ph type="sldNum" sz="quarter" idx="12"/>
          </p:nvPr>
        </p:nvSpPr>
        <p:spPr/>
        <p:txBody>
          <a:bodyPr/>
          <a:lstStyle/>
          <a:p>
            <a:fld id="{ACDE234C-261F-4B40-9DFE-4B87CE4D05FF}" type="slidenum">
              <a:rPr lang="ru-RU" smtClean="0"/>
              <a:t>‹#›</a:t>
            </a:fld>
            <a:endParaRPr lang="ru-RU"/>
          </a:p>
        </p:txBody>
      </p:sp>
    </p:spTree>
    <p:extLst>
      <p:ext uri="{BB962C8B-B14F-4D97-AF65-F5344CB8AC3E}">
        <p14:creationId xmlns:p14="http://schemas.microsoft.com/office/powerpoint/2010/main" val="36978891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D80BA45-261A-A894-7684-6A1AAB0CAF5B}"/>
              </a:ext>
            </a:extLst>
          </p:cNvPr>
          <p:cNvSpPr>
            <a:spLocks noGrp="1"/>
          </p:cNvSpPr>
          <p:nvPr>
            <p:ph type="title"/>
          </p:nvPr>
        </p:nvSpPr>
        <p:spPr>
          <a:xfrm>
            <a:off x="839788" y="365125"/>
            <a:ext cx="10515600" cy="1325563"/>
          </a:xfrm>
        </p:spPr>
        <p:txBody>
          <a:bodyPr/>
          <a:lstStyle/>
          <a:p>
            <a:r>
              <a:rPr lang="ru-RU"/>
              <a:t>Образец заголовка</a:t>
            </a:r>
          </a:p>
        </p:txBody>
      </p:sp>
      <p:sp>
        <p:nvSpPr>
          <p:cNvPr id="3" name="Текст 2">
            <a:extLst>
              <a:ext uri="{FF2B5EF4-FFF2-40B4-BE49-F238E27FC236}">
                <a16:creationId xmlns:a16="http://schemas.microsoft.com/office/drawing/2014/main" id="{3BC29674-8733-F3F4-85B8-A9A8FF05211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a:extLst>
              <a:ext uri="{FF2B5EF4-FFF2-40B4-BE49-F238E27FC236}">
                <a16:creationId xmlns:a16="http://schemas.microsoft.com/office/drawing/2014/main" id="{1EB2FB5F-8544-9B42-FDCF-7DF49F69B349}"/>
              </a:ext>
            </a:extLst>
          </p:cNvPr>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a:extLst>
              <a:ext uri="{FF2B5EF4-FFF2-40B4-BE49-F238E27FC236}">
                <a16:creationId xmlns:a16="http://schemas.microsoft.com/office/drawing/2014/main" id="{8A39DF8A-41F9-CDAD-2270-C0379B814E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a:extLst>
              <a:ext uri="{FF2B5EF4-FFF2-40B4-BE49-F238E27FC236}">
                <a16:creationId xmlns:a16="http://schemas.microsoft.com/office/drawing/2014/main" id="{E5693EEC-606D-5919-D7E0-055BBE28F8C4}"/>
              </a:ext>
            </a:extLst>
          </p:cNvPr>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a:extLst>
              <a:ext uri="{FF2B5EF4-FFF2-40B4-BE49-F238E27FC236}">
                <a16:creationId xmlns:a16="http://schemas.microsoft.com/office/drawing/2014/main" id="{090BEA09-DF1C-476B-7A8D-C6B002A4C99D}"/>
              </a:ext>
            </a:extLst>
          </p:cNvPr>
          <p:cNvSpPr>
            <a:spLocks noGrp="1"/>
          </p:cNvSpPr>
          <p:nvPr>
            <p:ph type="dt" sz="half" idx="10"/>
          </p:nvPr>
        </p:nvSpPr>
        <p:spPr/>
        <p:txBody>
          <a:bodyPr/>
          <a:lstStyle/>
          <a:p>
            <a:fld id="{2913553C-8E3C-46F7-8E18-CBBEA2B3393B}" type="datetimeFigureOut">
              <a:rPr lang="ru-RU" smtClean="0"/>
              <a:t>25.10.2026</a:t>
            </a:fld>
            <a:endParaRPr lang="ru-RU"/>
          </a:p>
        </p:txBody>
      </p:sp>
      <p:sp>
        <p:nvSpPr>
          <p:cNvPr id="8" name="Нижний колонтитул 7">
            <a:extLst>
              <a:ext uri="{FF2B5EF4-FFF2-40B4-BE49-F238E27FC236}">
                <a16:creationId xmlns:a16="http://schemas.microsoft.com/office/drawing/2014/main" id="{29CB96DA-4A97-EBB6-CE00-E4A9EE082948}"/>
              </a:ext>
            </a:extLst>
          </p:cNvPr>
          <p:cNvSpPr>
            <a:spLocks noGrp="1"/>
          </p:cNvSpPr>
          <p:nvPr>
            <p:ph type="ftr" sz="quarter" idx="11"/>
          </p:nvPr>
        </p:nvSpPr>
        <p:spPr/>
        <p:txBody>
          <a:bodyPr/>
          <a:lstStyle/>
          <a:p>
            <a:endParaRPr lang="ru-RU"/>
          </a:p>
        </p:txBody>
      </p:sp>
      <p:sp>
        <p:nvSpPr>
          <p:cNvPr id="9" name="Номер слайда 8">
            <a:extLst>
              <a:ext uri="{FF2B5EF4-FFF2-40B4-BE49-F238E27FC236}">
                <a16:creationId xmlns:a16="http://schemas.microsoft.com/office/drawing/2014/main" id="{0058C89B-B6C9-E5E3-966B-C436759546B8}"/>
              </a:ext>
            </a:extLst>
          </p:cNvPr>
          <p:cNvSpPr>
            <a:spLocks noGrp="1"/>
          </p:cNvSpPr>
          <p:nvPr>
            <p:ph type="sldNum" sz="quarter" idx="12"/>
          </p:nvPr>
        </p:nvSpPr>
        <p:spPr/>
        <p:txBody>
          <a:bodyPr/>
          <a:lstStyle/>
          <a:p>
            <a:fld id="{ACDE234C-261F-4B40-9DFE-4B87CE4D05FF}" type="slidenum">
              <a:rPr lang="ru-RU" smtClean="0"/>
              <a:t>‹#›</a:t>
            </a:fld>
            <a:endParaRPr lang="ru-RU"/>
          </a:p>
        </p:txBody>
      </p:sp>
    </p:spTree>
    <p:extLst>
      <p:ext uri="{BB962C8B-B14F-4D97-AF65-F5344CB8AC3E}">
        <p14:creationId xmlns:p14="http://schemas.microsoft.com/office/powerpoint/2010/main" val="10447096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AD0A647-237B-ECC6-FC25-00A1934AE4D4}"/>
              </a:ext>
            </a:extLst>
          </p:cNvPr>
          <p:cNvSpPr>
            <a:spLocks noGrp="1"/>
          </p:cNvSpPr>
          <p:nvPr>
            <p:ph type="title"/>
          </p:nvPr>
        </p:nvSpPr>
        <p:spPr/>
        <p:txBody>
          <a:bodyPr/>
          <a:lstStyle/>
          <a:p>
            <a:r>
              <a:rPr lang="ru-RU"/>
              <a:t>Образец заголовка</a:t>
            </a:r>
          </a:p>
        </p:txBody>
      </p:sp>
      <p:sp>
        <p:nvSpPr>
          <p:cNvPr id="3" name="Дата 2">
            <a:extLst>
              <a:ext uri="{FF2B5EF4-FFF2-40B4-BE49-F238E27FC236}">
                <a16:creationId xmlns:a16="http://schemas.microsoft.com/office/drawing/2014/main" id="{05E9981B-F062-0C15-49BE-D940B89C1F58}"/>
              </a:ext>
            </a:extLst>
          </p:cNvPr>
          <p:cNvSpPr>
            <a:spLocks noGrp="1"/>
          </p:cNvSpPr>
          <p:nvPr>
            <p:ph type="dt" sz="half" idx="10"/>
          </p:nvPr>
        </p:nvSpPr>
        <p:spPr/>
        <p:txBody>
          <a:bodyPr/>
          <a:lstStyle/>
          <a:p>
            <a:fld id="{2913553C-8E3C-46F7-8E18-CBBEA2B3393B}" type="datetimeFigureOut">
              <a:rPr lang="ru-RU" smtClean="0"/>
              <a:t>25.10.2026</a:t>
            </a:fld>
            <a:endParaRPr lang="ru-RU"/>
          </a:p>
        </p:txBody>
      </p:sp>
      <p:sp>
        <p:nvSpPr>
          <p:cNvPr id="4" name="Нижний колонтитул 3">
            <a:extLst>
              <a:ext uri="{FF2B5EF4-FFF2-40B4-BE49-F238E27FC236}">
                <a16:creationId xmlns:a16="http://schemas.microsoft.com/office/drawing/2014/main" id="{68C70EA2-AA25-3929-2333-72BBE77B9C5F}"/>
              </a:ext>
            </a:extLst>
          </p:cNvPr>
          <p:cNvSpPr>
            <a:spLocks noGrp="1"/>
          </p:cNvSpPr>
          <p:nvPr>
            <p:ph type="ftr" sz="quarter" idx="11"/>
          </p:nvPr>
        </p:nvSpPr>
        <p:spPr/>
        <p:txBody>
          <a:bodyPr/>
          <a:lstStyle/>
          <a:p>
            <a:endParaRPr lang="ru-RU"/>
          </a:p>
        </p:txBody>
      </p:sp>
      <p:sp>
        <p:nvSpPr>
          <p:cNvPr id="5" name="Номер слайда 4">
            <a:extLst>
              <a:ext uri="{FF2B5EF4-FFF2-40B4-BE49-F238E27FC236}">
                <a16:creationId xmlns:a16="http://schemas.microsoft.com/office/drawing/2014/main" id="{FE3B888A-6F69-CB70-7A6B-FEF4082EBE38}"/>
              </a:ext>
            </a:extLst>
          </p:cNvPr>
          <p:cNvSpPr>
            <a:spLocks noGrp="1"/>
          </p:cNvSpPr>
          <p:nvPr>
            <p:ph type="sldNum" sz="quarter" idx="12"/>
          </p:nvPr>
        </p:nvSpPr>
        <p:spPr/>
        <p:txBody>
          <a:bodyPr/>
          <a:lstStyle/>
          <a:p>
            <a:fld id="{ACDE234C-261F-4B40-9DFE-4B87CE4D05FF}" type="slidenum">
              <a:rPr lang="ru-RU" smtClean="0"/>
              <a:t>‹#›</a:t>
            </a:fld>
            <a:endParaRPr lang="ru-RU"/>
          </a:p>
        </p:txBody>
      </p:sp>
    </p:spTree>
    <p:extLst>
      <p:ext uri="{BB962C8B-B14F-4D97-AF65-F5344CB8AC3E}">
        <p14:creationId xmlns:p14="http://schemas.microsoft.com/office/powerpoint/2010/main" val="24094180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a16="http://schemas.microsoft.com/office/drawing/2014/main" id="{77C68491-8793-720F-922A-8330D691F19D}"/>
              </a:ext>
            </a:extLst>
          </p:cNvPr>
          <p:cNvSpPr>
            <a:spLocks noGrp="1"/>
          </p:cNvSpPr>
          <p:nvPr>
            <p:ph type="dt" sz="half" idx="10"/>
          </p:nvPr>
        </p:nvSpPr>
        <p:spPr/>
        <p:txBody>
          <a:bodyPr/>
          <a:lstStyle/>
          <a:p>
            <a:fld id="{2913553C-8E3C-46F7-8E18-CBBEA2B3393B}" type="datetimeFigureOut">
              <a:rPr lang="ru-RU" smtClean="0"/>
              <a:t>25.10.2026</a:t>
            </a:fld>
            <a:endParaRPr lang="ru-RU"/>
          </a:p>
        </p:txBody>
      </p:sp>
      <p:sp>
        <p:nvSpPr>
          <p:cNvPr id="3" name="Нижний колонтитул 2">
            <a:extLst>
              <a:ext uri="{FF2B5EF4-FFF2-40B4-BE49-F238E27FC236}">
                <a16:creationId xmlns:a16="http://schemas.microsoft.com/office/drawing/2014/main" id="{52A12590-2D96-4776-4CC6-A451987D55E2}"/>
              </a:ext>
            </a:extLst>
          </p:cNvPr>
          <p:cNvSpPr>
            <a:spLocks noGrp="1"/>
          </p:cNvSpPr>
          <p:nvPr>
            <p:ph type="ftr" sz="quarter" idx="11"/>
          </p:nvPr>
        </p:nvSpPr>
        <p:spPr/>
        <p:txBody>
          <a:bodyPr/>
          <a:lstStyle/>
          <a:p>
            <a:endParaRPr lang="ru-RU"/>
          </a:p>
        </p:txBody>
      </p:sp>
      <p:sp>
        <p:nvSpPr>
          <p:cNvPr id="4" name="Номер слайда 3">
            <a:extLst>
              <a:ext uri="{FF2B5EF4-FFF2-40B4-BE49-F238E27FC236}">
                <a16:creationId xmlns:a16="http://schemas.microsoft.com/office/drawing/2014/main" id="{26536075-E679-7944-3D9B-792F392F1F9C}"/>
              </a:ext>
            </a:extLst>
          </p:cNvPr>
          <p:cNvSpPr>
            <a:spLocks noGrp="1"/>
          </p:cNvSpPr>
          <p:nvPr>
            <p:ph type="sldNum" sz="quarter" idx="12"/>
          </p:nvPr>
        </p:nvSpPr>
        <p:spPr/>
        <p:txBody>
          <a:bodyPr/>
          <a:lstStyle/>
          <a:p>
            <a:fld id="{ACDE234C-261F-4B40-9DFE-4B87CE4D05FF}" type="slidenum">
              <a:rPr lang="ru-RU" smtClean="0"/>
              <a:t>‹#›</a:t>
            </a:fld>
            <a:endParaRPr lang="ru-RU"/>
          </a:p>
        </p:txBody>
      </p:sp>
    </p:spTree>
    <p:extLst>
      <p:ext uri="{BB962C8B-B14F-4D97-AF65-F5344CB8AC3E}">
        <p14:creationId xmlns:p14="http://schemas.microsoft.com/office/powerpoint/2010/main" val="35916212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370F225-A6FF-90E8-6617-5F1F2CCAA92D}"/>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Объект 2">
            <a:extLst>
              <a:ext uri="{FF2B5EF4-FFF2-40B4-BE49-F238E27FC236}">
                <a16:creationId xmlns:a16="http://schemas.microsoft.com/office/drawing/2014/main" id="{31A4CC0C-E0B3-D5B0-7FE9-A8F300FAD97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a:extLst>
              <a:ext uri="{FF2B5EF4-FFF2-40B4-BE49-F238E27FC236}">
                <a16:creationId xmlns:a16="http://schemas.microsoft.com/office/drawing/2014/main" id="{B1B25E75-34A0-0B88-C655-33B59CFA08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68D36388-6947-2461-E56E-E3DD7FA5E4F6}"/>
              </a:ext>
            </a:extLst>
          </p:cNvPr>
          <p:cNvSpPr>
            <a:spLocks noGrp="1"/>
          </p:cNvSpPr>
          <p:nvPr>
            <p:ph type="dt" sz="half" idx="10"/>
          </p:nvPr>
        </p:nvSpPr>
        <p:spPr/>
        <p:txBody>
          <a:bodyPr/>
          <a:lstStyle/>
          <a:p>
            <a:fld id="{2913553C-8E3C-46F7-8E18-CBBEA2B3393B}" type="datetimeFigureOut">
              <a:rPr lang="ru-RU" smtClean="0"/>
              <a:t>25.10.2026</a:t>
            </a:fld>
            <a:endParaRPr lang="ru-RU"/>
          </a:p>
        </p:txBody>
      </p:sp>
      <p:sp>
        <p:nvSpPr>
          <p:cNvPr id="6" name="Нижний колонтитул 5">
            <a:extLst>
              <a:ext uri="{FF2B5EF4-FFF2-40B4-BE49-F238E27FC236}">
                <a16:creationId xmlns:a16="http://schemas.microsoft.com/office/drawing/2014/main" id="{7112B6A7-108F-6890-B749-E85ABC5F1FBC}"/>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87153A04-EA5D-3DD5-B9A2-F798B41C5B78}"/>
              </a:ext>
            </a:extLst>
          </p:cNvPr>
          <p:cNvSpPr>
            <a:spLocks noGrp="1"/>
          </p:cNvSpPr>
          <p:nvPr>
            <p:ph type="sldNum" sz="quarter" idx="12"/>
          </p:nvPr>
        </p:nvSpPr>
        <p:spPr/>
        <p:txBody>
          <a:bodyPr/>
          <a:lstStyle/>
          <a:p>
            <a:fld id="{ACDE234C-261F-4B40-9DFE-4B87CE4D05FF}" type="slidenum">
              <a:rPr lang="ru-RU" smtClean="0"/>
              <a:t>‹#›</a:t>
            </a:fld>
            <a:endParaRPr lang="ru-RU"/>
          </a:p>
        </p:txBody>
      </p:sp>
    </p:spTree>
    <p:extLst>
      <p:ext uri="{BB962C8B-B14F-4D97-AF65-F5344CB8AC3E}">
        <p14:creationId xmlns:p14="http://schemas.microsoft.com/office/powerpoint/2010/main" val="35227344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2BDBFCA-C638-0B10-1312-BC8E7D79A63D}"/>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Рисунок 2">
            <a:extLst>
              <a:ext uri="{FF2B5EF4-FFF2-40B4-BE49-F238E27FC236}">
                <a16:creationId xmlns:a16="http://schemas.microsoft.com/office/drawing/2014/main" id="{953F4277-66B6-5B13-A5C0-2AB69459A021}"/>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a:extLst>
              <a:ext uri="{FF2B5EF4-FFF2-40B4-BE49-F238E27FC236}">
                <a16:creationId xmlns:a16="http://schemas.microsoft.com/office/drawing/2014/main" id="{382719B9-9BBD-3585-A0B9-8EDF3D05AF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F94C7E0B-F20B-6B58-4E4F-ADF344631E69}"/>
              </a:ext>
            </a:extLst>
          </p:cNvPr>
          <p:cNvSpPr>
            <a:spLocks noGrp="1"/>
          </p:cNvSpPr>
          <p:nvPr>
            <p:ph type="dt" sz="half" idx="10"/>
          </p:nvPr>
        </p:nvSpPr>
        <p:spPr/>
        <p:txBody>
          <a:bodyPr/>
          <a:lstStyle/>
          <a:p>
            <a:fld id="{2913553C-8E3C-46F7-8E18-CBBEA2B3393B}" type="datetimeFigureOut">
              <a:rPr lang="ru-RU" smtClean="0"/>
              <a:t>25.10.2026</a:t>
            </a:fld>
            <a:endParaRPr lang="ru-RU"/>
          </a:p>
        </p:txBody>
      </p:sp>
      <p:sp>
        <p:nvSpPr>
          <p:cNvPr id="6" name="Нижний колонтитул 5">
            <a:extLst>
              <a:ext uri="{FF2B5EF4-FFF2-40B4-BE49-F238E27FC236}">
                <a16:creationId xmlns:a16="http://schemas.microsoft.com/office/drawing/2014/main" id="{8287A3FF-8263-CFF1-5895-DF0408D552E7}"/>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8718FC24-E387-A706-6478-0AF3F5636156}"/>
              </a:ext>
            </a:extLst>
          </p:cNvPr>
          <p:cNvSpPr>
            <a:spLocks noGrp="1"/>
          </p:cNvSpPr>
          <p:nvPr>
            <p:ph type="sldNum" sz="quarter" idx="12"/>
          </p:nvPr>
        </p:nvSpPr>
        <p:spPr/>
        <p:txBody>
          <a:bodyPr/>
          <a:lstStyle/>
          <a:p>
            <a:fld id="{ACDE234C-261F-4B40-9DFE-4B87CE4D05FF}" type="slidenum">
              <a:rPr lang="ru-RU" smtClean="0"/>
              <a:t>‹#›</a:t>
            </a:fld>
            <a:endParaRPr lang="ru-RU"/>
          </a:p>
        </p:txBody>
      </p:sp>
    </p:spTree>
    <p:extLst>
      <p:ext uri="{BB962C8B-B14F-4D97-AF65-F5344CB8AC3E}">
        <p14:creationId xmlns:p14="http://schemas.microsoft.com/office/powerpoint/2010/main" val="39606825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49A96B1-1DA2-FAAA-A439-2C08D02471E5}"/>
              </a:ext>
            </a:extLst>
          </p:cNvPr>
          <p:cNvSpPr>
            <a:spLocks noGrp="1"/>
          </p:cNvSpPr>
          <p:nvPr>
            <p:ph type="title"/>
          </p:nvPr>
        </p:nvSpPr>
        <p:spPr/>
        <p:txBody>
          <a:bodyPr/>
          <a:lstStyle/>
          <a:p>
            <a:r>
              <a:rPr lang="ru-RU"/>
              <a:t>Образец заголовка</a:t>
            </a:r>
          </a:p>
        </p:txBody>
      </p:sp>
      <p:sp>
        <p:nvSpPr>
          <p:cNvPr id="3" name="Вертикальный текст 2">
            <a:extLst>
              <a:ext uri="{FF2B5EF4-FFF2-40B4-BE49-F238E27FC236}">
                <a16:creationId xmlns:a16="http://schemas.microsoft.com/office/drawing/2014/main" id="{73D0DD1A-7D85-42AC-8F2B-E7A9214F9984}"/>
              </a:ext>
            </a:extLst>
          </p:cNvPr>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42D0C704-2389-33E5-A84F-58F6B29718DB}"/>
              </a:ext>
            </a:extLst>
          </p:cNvPr>
          <p:cNvSpPr>
            <a:spLocks noGrp="1"/>
          </p:cNvSpPr>
          <p:nvPr>
            <p:ph type="dt" sz="half" idx="10"/>
          </p:nvPr>
        </p:nvSpPr>
        <p:spPr/>
        <p:txBody>
          <a:bodyPr/>
          <a:lstStyle/>
          <a:p>
            <a:fld id="{2913553C-8E3C-46F7-8E18-CBBEA2B3393B}" type="datetimeFigureOut">
              <a:rPr lang="ru-RU" smtClean="0"/>
              <a:t>25.10.2026</a:t>
            </a:fld>
            <a:endParaRPr lang="ru-RU"/>
          </a:p>
        </p:txBody>
      </p:sp>
      <p:sp>
        <p:nvSpPr>
          <p:cNvPr id="5" name="Нижний колонтитул 4">
            <a:extLst>
              <a:ext uri="{FF2B5EF4-FFF2-40B4-BE49-F238E27FC236}">
                <a16:creationId xmlns:a16="http://schemas.microsoft.com/office/drawing/2014/main" id="{1BA9C37D-2CDB-1BED-93F3-3FDD7ACB6EDE}"/>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316E3517-59B5-4564-8A9D-992320054BA2}"/>
              </a:ext>
            </a:extLst>
          </p:cNvPr>
          <p:cNvSpPr>
            <a:spLocks noGrp="1"/>
          </p:cNvSpPr>
          <p:nvPr>
            <p:ph type="sldNum" sz="quarter" idx="12"/>
          </p:nvPr>
        </p:nvSpPr>
        <p:spPr/>
        <p:txBody>
          <a:bodyPr/>
          <a:lstStyle/>
          <a:p>
            <a:fld id="{ACDE234C-261F-4B40-9DFE-4B87CE4D05FF}" type="slidenum">
              <a:rPr lang="ru-RU" smtClean="0"/>
              <a:t>‹#›</a:t>
            </a:fld>
            <a:endParaRPr lang="ru-RU"/>
          </a:p>
        </p:txBody>
      </p:sp>
    </p:spTree>
    <p:extLst>
      <p:ext uri="{BB962C8B-B14F-4D97-AF65-F5344CB8AC3E}">
        <p14:creationId xmlns:p14="http://schemas.microsoft.com/office/powerpoint/2010/main" val="30721930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a:extLst>
              <a:ext uri="{FF2B5EF4-FFF2-40B4-BE49-F238E27FC236}">
                <a16:creationId xmlns:a16="http://schemas.microsoft.com/office/drawing/2014/main" id="{0B138B02-39BE-51C9-60BF-136A6AD538F0}"/>
              </a:ext>
            </a:extLst>
          </p:cNvPr>
          <p:cNvSpPr>
            <a:spLocks noGrp="1"/>
          </p:cNvSpPr>
          <p:nvPr>
            <p:ph type="title" orient="vert"/>
          </p:nvPr>
        </p:nvSpPr>
        <p:spPr>
          <a:xfrm>
            <a:off x="8724900" y="365125"/>
            <a:ext cx="2628900" cy="5811838"/>
          </a:xfrm>
        </p:spPr>
        <p:txBody>
          <a:bodyPr vert="eaVert"/>
          <a:lstStyle/>
          <a:p>
            <a:r>
              <a:rPr lang="ru-RU"/>
              <a:t>Образец заголовка</a:t>
            </a:r>
          </a:p>
        </p:txBody>
      </p:sp>
      <p:sp>
        <p:nvSpPr>
          <p:cNvPr id="3" name="Вертикальный текст 2">
            <a:extLst>
              <a:ext uri="{FF2B5EF4-FFF2-40B4-BE49-F238E27FC236}">
                <a16:creationId xmlns:a16="http://schemas.microsoft.com/office/drawing/2014/main" id="{838AC868-86F9-29B4-77DF-1D705034210E}"/>
              </a:ext>
            </a:extLst>
          </p:cNvPr>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D9340E77-D10E-2923-8FBF-9C10B562CC49}"/>
              </a:ext>
            </a:extLst>
          </p:cNvPr>
          <p:cNvSpPr>
            <a:spLocks noGrp="1"/>
          </p:cNvSpPr>
          <p:nvPr>
            <p:ph type="dt" sz="half" idx="10"/>
          </p:nvPr>
        </p:nvSpPr>
        <p:spPr/>
        <p:txBody>
          <a:bodyPr/>
          <a:lstStyle/>
          <a:p>
            <a:fld id="{2913553C-8E3C-46F7-8E18-CBBEA2B3393B}" type="datetimeFigureOut">
              <a:rPr lang="ru-RU" smtClean="0"/>
              <a:t>25.10.2026</a:t>
            </a:fld>
            <a:endParaRPr lang="ru-RU"/>
          </a:p>
        </p:txBody>
      </p:sp>
      <p:sp>
        <p:nvSpPr>
          <p:cNvPr id="5" name="Нижний колонтитул 4">
            <a:extLst>
              <a:ext uri="{FF2B5EF4-FFF2-40B4-BE49-F238E27FC236}">
                <a16:creationId xmlns:a16="http://schemas.microsoft.com/office/drawing/2014/main" id="{BF79297E-A6B8-E8E1-22EC-7BF2636C42BE}"/>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787C2074-DBA3-B0FD-50A4-7E926E8341E6}"/>
              </a:ext>
            </a:extLst>
          </p:cNvPr>
          <p:cNvSpPr>
            <a:spLocks noGrp="1"/>
          </p:cNvSpPr>
          <p:nvPr>
            <p:ph type="sldNum" sz="quarter" idx="12"/>
          </p:nvPr>
        </p:nvSpPr>
        <p:spPr/>
        <p:txBody>
          <a:bodyPr/>
          <a:lstStyle/>
          <a:p>
            <a:fld id="{ACDE234C-261F-4B40-9DFE-4B87CE4D05FF}" type="slidenum">
              <a:rPr lang="ru-RU" smtClean="0"/>
              <a:t>‹#›</a:t>
            </a:fld>
            <a:endParaRPr lang="ru-RU"/>
          </a:p>
        </p:txBody>
      </p:sp>
    </p:spTree>
    <p:extLst>
      <p:ext uri="{BB962C8B-B14F-4D97-AF65-F5344CB8AC3E}">
        <p14:creationId xmlns:p14="http://schemas.microsoft.com/office/powerpoint/2010/main" val="3131530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72A5C5A-00F0-6CE5-BE7F-45CF117B292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p>
        </p:txBody>
      </p:sp>
      <p:sp>
        <p:nvSpPr>
          <p:cNvPr id="3" name="Текст 2">
            <a:extLst>
              <a:ext uri="{FF2B5EF4-FFF2-40B4-BE49-F238E27FC236}">
                <a16:creationId xmlns:a16="http://schemas.microsoft.com/office/drawing/2014/main" id="{44DCF6D4-0C8E-BDBD-FA28-16699BD92D2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45605DE9-D328-05E3-AE9A-B24920FACF9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913553C-8E3C-46F7-8E18-CBBEA2B3393B}" type="datetimeFigureOut">
              <a:rPr lang="ru-RU" smtClean="0"/>
              <a:t>25.10.2026</a:t>
            </a:fld>
            <a:endParaRPr lang="ru-RU"/>
          </a:p>
        </p:txBody>
      </p:sp>
      <p:sp>
        <p:nvSpPr>
          <p:cNvPr id="5" name="Нижний колонтитул 4">
            <a:extLst>
              <a:ext uri="{FF2B5EF4-FFF2-40B4-BE49-F238E27FC236}">
                <a16:creationId xmlns:a16="http://schemas.microsoft.com/office/drawing/2014/main" id="{14376DC2-DEB1-230E-5917-96C1BDCEB2B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ru-RU"/>
          </a:p>
        </p:txBody>
      </p:sp>
      <p:sp>
        <p:nvSpPr>
          <p:cNvPr id="6" name="Номер слайда 5">
            <a:extLst>
              <a:ext uri="{FF2B5EF4-FFF2-40B4-BE49-F238E27FC236}">
                <a16:creationId xmlns:a16="http://schemas.microsoft.com/office/drawing/2014/main" id="{50D0A9DC-732A-44CD-1DBD-8C1EC1E176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CDE234C-261F-4B40-9DFE-4B87CE4D05FF}" type="slidenum">
              <a:rPr lang="ru-RU" smtClean="0"/>
              <a:t>‹#›</a:t>
            </a:fld>
            <a:endParaRPr lang="ru-RU"/>
          </a:p>
        </p:txBody>
      </p:sp>
    </p:spTree>
    <p:extLst>
      <p:ext uri="{BB962C8B-B14F-4D97-AF65-F5344CB8AC3E}">
        <p14:creationId xmlns:p14="http://schemas.microsoft.com/office/powerpoint/2010/main" val="19906691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3F36"/>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AD9DA8A-6961-0A4C-B99F-C5067FDABCAA}"/>
              </a:ext>
            </a:extLst>
          </p:cNvPr>
          <p:cNvSpPr txBox="1"/>
          <p:nvPr/>
        </p:nvSpPr>
        <p:spPr>
          <a:xfrm>
            <a:off x="609600" y="609599"/>
            <a:ext cx="10541000" cy="355600"/>
          </a:xfrm>
          <a:prstGeom prst="rect">
            <a:avLst/>
          </a:prstGeom>
          <a:noFill/>
        </p:spPr>
        <p:txBody>
          <a:bodyPr vert="horz" wrap="square" lIns="0" tIns="0" rIns="0" bIns="0" rtlCol="0" anchor="t">
            <a:noAutofit/>
          </a:bodyPr>
          <a:lstStyle/>
          <a:p>
            <a:r>
              <a:rPr lang="ru-RU" sz="1400" dirty="0">
                <a:solidFill>
                  <a:schemeClr val="bg1"/>
                </a:solidFill>
                <a:latin typeface="Arial Nova" panose="020B0504020202020204" pitchFamily="34" charset="0"/>
              </a:rPr>
              <a:t>Стипендиальная программа АО «Россельхозбанк» 2026–2027</a:t>
            </a:r>
          </a:p>
        </p:txBody>
      </p:sp>
      <p:sp>
        <p:nvSpPr>
          <p:cNvPr id="3" name="TextBox 2">
            <a:extLst>
              <a:ext uri="{FF2B5EF4-FFF2-40B4-BE49-F238E27FC236}">
                <a16:creationId xmlns:a16="http://schemas.microsoft.com/office/drawing/2014/main" id="{E335B5C6-F7E6-7D61-4B7C-EEB45846D2C5}"/>
              </a:ext>
            </a:extLst>
          </p:cNvPr>
          <p:cNvSpPr txBox="1"/>
          <p:nvPr/>
        </p:nvSpPr>
        <p:spPr>
          <a:xfrm>
            <a:off x="609600" y="1803399"/>
            <a:ext cx="10922000" cy="1778000"/>
          </a:xfrm>
          <a:prstGeom prst="rect">
            <a:avLst/>
          </a:prstGeom>
          <a:noFill/>
        </p:spPr>
        <p:txBody>
          <a:bodyPr vert="horz" wrap="square" lIns="0" tIns="0" rIns="0" bIns="0" rtlCol="0" anchor="t">
            <a:noAutofit/>
          </a:bodyPr>
          <a:lstStyle/>
          <a:p>
            <a:r>
              <a:rPr lang="ru-RU" sz="4600" b="1">
                <a:solidFill>
                  <a:srgbClr val="FFFFFF"/>
                </a:solidFill>
                <a:latin typeface="Arial Nova" panose="020B0504020202020204" pitchFamily="34" charset="0"/>
              </a:rPr>
              <a:t>Ипотечная аналитика</a:t>
            </a:r>
            <a:br>
              <a:rPr lang="ru-RU" sz="4600" b="1">
                <a:solidFill>
                  <a:srgbClr val="FFFFFF"/>
                </a:solidFill>
                <a:latin typeface="Arial Nova" panose="020B0504020202020204" pitchFamily="34" charset="0"/>
              </a:rPr>
            </a:br>
            <a:r>
              <a:rPr lang="ru-RU" sz="4600" b="1">
                <a:solidFill>
                  <a:srgbClr val="FFFFFF"/>
                </a:solidFill>
                <a:latin typeface="Arial Nova" panose="020B0504020202020204" pitchFamily="34" charset="0"/>
              </a:rPr>
              <a:t>для «Своего Жилья»</a:t>
            </a:r>
          </a:p>
        </p:txBody>
      </p:sp>
      <p:sp>
        <p:nvSpPr>
          <p:cNvPr id="4" name="TextBox 3">
            <a:extLst>
              <a:ext uri="{FF2B5EF4-FFF2-40B4-BE49-F238E27FC236}">
                <a16:creationId xmlns:a16="http://schemas.microsoft.com/office/drawing/2014/main" id="{EEBCD422-2ED2-0722-8F7B-2AD0BAF50E5F}"/>
              </a:ext>
            </a:extLst>
          </p:cNvPr>
          <p:cNvSpPr txBox="1"/>
          <p:nvPr/>
        </p:nvSpPr>
        <p:spPr>
          <a:xfrm>
            <a:off x="609600" y="4178299"/>
            <a:ext cx="10414000" cy="939800"/>
          </a:xfrm>
          <a:prstGeom prst="rect">
            <a:avLst/>
          </a:prstGeom>
          <a:noFill/>
        </p:spPr>
        <p:txBody>
          <a:bodyPr vert="horz" wrap="square" lIns="0" tIns="0" rIns="0" bIns="0" rtlCol="0" anchor="t">
            <a:noAutofit/>
          </a:bodyPr>
          <a:lstStyle/>
          <a:p>
            <a:r>
              <a:rPr lang="ru-RU" sz="2400">
                <a:solidFill>
                  <a:srgbClr val="D4E4DC"/>
                </a:solidFill>
                <a:latin typeface="Arial Nova" panose="020B0504020202020204" pitchFamily="34" charset="0"/>
              </a:rPr>
              <a:t>Автоматический сбор и подготовка</a:t>
            </a:r>
            <a:br>
              <a:rPr lang="ru-RU" sz="2400">
                <a:solidFill>
                  <a:srgbClr val="D4E4DC"/>
                </a:solidFill>
                <a:latin typeface="Arial Nova" panose="020B0504020202020204" pitchFamily="34" charset="0"/>
              </a:rPr>
            </a:br>
            <a:r>
              <a:rPr lang="ru-RU" sz="2400">
                <a:solidFill>
                  <a:srgbClr val="D4E4DC"/>
                </a:solidFill>
                <a:latin typeface="Arial Nova" panose="020B0504020202020204" pitchFamily="34" charset="0"/>
              </a:rPr>
              <a:t>данных Банка России</a:t>
            </a:r>
          </a:p>
        </p:txBody>
      </p:sp>
      <p:sp>
        <p:nvSpPr>
          <p:cNvPr id="5" name="TextBox 4">
            <a:extLst>
              <a:ext uri="{FF2B5EF4-FFF2-40B4-BE49-F238E27FC236}">
                <a16:creationId xmlns:a16="http://schemas.microsoft.com/office/drawing/2014/main" id="{53048FCD-4A9D-94C8-4222-A16AEB2D3FF8}"/>
              </a:ext>
            </a:extLst>
          </p:cNvPr>
          <p:cNvSpPr txBox="1"/>
          <p:nvPr/>
        </p:nvSpPr>
        <p:spPr>
          <a:xfrm>
            <a:off x="609600" y="5714999"/>
            <a:ext cx="10541000" cy="939799"/>
          </a:xfrm>
          <a:prstGeom prst="rect">
            <a:avLst/>
          </a:prstGeom>
          <a:noFill/>
        </p:spPr>
        <p:txBody>
          <a:bodyPr vert="horz" wrap="square" lIns="0" tIns="0" rIns="0" bIns="0" rtlCol="0" anchor="t">
            <a:noAutofit/>
          </a:bodyPr>
          <a:lstStyle/>
          <a:p>
            <a:r>
              <a:rPr lang="ru-RU" sz="1400" b="1" dirty="0">
                <a:solidFill>
                  <a:schemeClr val="bg1"/>
                </a:solidFill>
                <a:latin typeface="Arial Nova" panose="020B0504020202020204" pitchFamily="34" charset="0"/>
              </a:rPr>
              <a:t>Копытина Римма Дмитриевна</a:t>
            </a:r>
            <a:br>
              <a:rPr lang="ru-RU" sz="1400" dirty="0">
                <a:solidFill>
                  <a:schemeClr val="bg1"/>
                </a:solidFill>
                <a:latin typeface="Arial Nova" panose="020B0504020202020204" pitchFamily="34" charset="0"/>
              </a:rPr>
            </a:br>
            <a:r>
              <a:rPr lang="ru-RU" sz="1400" dirty="0">
                <a:solidFill>
                  <a:schemeClr val="bg1"/>
                </a:solidFill>
                <a:latin typeface="Arial Nova" panose="020B0504020202020204" pitchFamily="34" charset="0"/>
              </a:rPr>
              <a:t>НИУ МИЭТ, магистратура 09.04.03</a:t>
            </a:r>
            <a:br>
              <a:rPr lang="ru-RU" sz="1400" dirty="0">
                <a:solidFill>
                  <a:schemeClr val="bg1"/>
                </a:solidFill>
                <a:latin typeface="Arial Nova" panose="020B0504020202020204" pitchFamily="34" charset="0"/>
              </a:rPr>
            </a:br>
            <a:r>
              <a:rPr lang="ru-RU" sz="1400" dirty="0">
                <a:solidFill>
                  <a:schemeClr val="bg1"/>
                </a:solidFill>
                <a:latin typeface="Arial Nova" panose="020B0504020202020204" pitchFamily="34" charset="0"/>
              </a:rPr>
              <a:t>группа П-11М</a:t>
            </a:r>
          </a:p>
        </p:txBody>
      </p:sp>
    </p:spTree>
    <p:extLst>
      <p:ext uri="{BB962C8B-B14F-4D97-AF65-F5344CB8AC3E}">
        <p14:creationId xmlns:p14="http://schemas.microsoft.com/office/powerpoint/2010/main" val="20056744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EF71767-4550-BD53-CFFA-1DA89D33DB63}"/>
              </a:ext>
            </a:extLst>
          </p:cNvPr>
          <p:cNvSpPr txBox="1"/>
          <p:nvPr/>
        </p:nvSpPr>
        <p:spPr>
          <a:xfrm>
            <a:off x="609600" y="482599"/>
            <a:ext cx="10972800" cy="990600"/>
          </a:xfrm>
          <a:prstGeom prst="rect">
            <a:avLst/>
          </a:prstGeom>
          <a:noFill/>
        </p:spPr>
        <p:txBody>
          <a:bodyPr vert="horz" wrap="square" lIns="0" tIns="0" rIns="0" bIns="0" rtlCol="0" anchor="t">
            <a:noAutofit/>
          </a:bodyPr>
          <a:lstStyle/>
          <a:p>
            <a:r>
              <a:rPr lang="ru-RU" sz="3200" b="1">
                <a:solidFill>
                  <a:srgbClr val="123F36"/>
                </a:solidFill>
                <a:latin typeface="Arial Nova" panose="020B0504020202020204" pitchFamily="34" charset="0"/>
              </a:rPr>
              <a:t>Данные ЦБ и задачи портала</a:t>
            </a:r>
          </a:p>
        </p:txBody>
      </p:sp>
      <p:sp>
        <p:nvSpPr>
          <p:cNvPr id="3" name="TextBox 2">
            <a:extLst>
              <a:ext uri="{FF2B5EF4-FFF2-40B4-BE49-F238E27FC236}">
                <a16:creationId xmlns:a16="http://schemas.microsoft.com/office/drawing/2014/main" id="{4B8FC686-4C86-8547-DE08-2BA15471E6A1}"/>
              </a:ext>
            </a:extLst>
          </p:cNvPr>
          <p:cNvSpPr txBox="1"/>
          <p:nvPr/>
        </p:nvSpPr>
        <p:spPr>
          <a:xfrm>
            <a:off x="11366500" y="6489700"/>
            <a:ext cx="304800" cy="228600"/>
          </a:xfrm>
          <a:prstGeom prst="rect">
            <a:avLst/>
          </a:prstGeom>
          <a:noFill/>
        </p:spPr>
        <p:txBody>
          <a:bodyPr vert="horz" wrap="square" lIns="0" tIns="0" rIns="0" bIns="0" rtlCol="0" anchor="t">
            <a:noAutofit/>
          </a:bodyPr>
          <a:lstStyle/>
          <a:p>
            <a:pPr algn="r"/>
            <a:r>
              <a:rPr lang="ru-RU" sz="1100">
                <a:solidFill>
                  <a:srgbClr val="5B6D66"/>
                </a:solidFill>
                <a:latin typeface="Arial Nova" panose="020B0504020202020204" pitchFamily="34" charset="0"/>
              </a:rPr>
              <a:t>2</a:t>
            </a:r>
          </a:p>
        </p:txBody>
      </p:sp>
      <p:sp>
        <p:nvSpPr>
          <p:cNvPr id="4" name="TextBox 3">
            <a:extLst>
              <a:ext uri="{FF2B5EF4-FFF2-40B4-BE49-F238E27FC236}">
                <a16:creationId xmlns:a16="http://schemas.microsoft.com/office/drawing/2014/main" id="{B9055DA2-7852-9590-08BF-F6133ECCAC39}"/>
              </a:ext>
            </a:extLst>
          </p:cNvPr>
          <p:cNvSpPr txBox="1"/>
          <p:nvPr/>
        </p:nvSpPr>
        <p:spPr>
          <a:xfrm>
            <a:off x="609600" y="1549399"/>
            <a:ext cx="10972800" cy="762000"/>
          </a:xfrm>
          <a:prstGeom prst="rect">
            <a:avLst/>
          </a:prstGeom>
          <a:noFill/>
        </p:spPr>
        <p:txBody>
          <a:bodyPr vert="horz" wrap="square" lIns="0" tIns="0" rIns="0" bIns="0" rtlCol="0" anchor="t">
            <a:noAutofit/>
          </a:bodyPr>
          <a:lstStyle/>
          <a:p>
            <a:r>
              <a:rPr lang="ru-RU" sz="2200">
                <a:solidFill>
                  <a:srgbClr val="5B6D66"/>
                </a:solidFill>
                <a:latin typeface="Arial Nova" panose="020B0504020202020204" pitchFamily="34" charset="0"/>
              </a:rPr>
              <a:t>Порталу нужны сопоставимые показатели</a:t>
            </a:r>
            <a:br>
              <a:rPr lang="ru-RU" sz="2200">
                <a:solidFill>
                  <a:srgbClr val="5B6D66"/>
                </a:solidFill>
                <a:latin typeface="Arial Nova" panose="020B0504020202020204" pitchFamily="34" charset="0"/>
              </a:rPr>
            </a:br>
            <a:r>
              <a:rPr lang="ru-RU" sz="2200">
                <a:solidFill>
                  <a:srgbClr val="5B6D66"/>
                </a:solidFill>
                <a:latin typeface="Arial Nova" panose="020B0504020202020204" pitchFamily="34" charset="0"/>
              </a:rPr>
              <a:t>и регулярное обновление с контролем результата.</a:t>
            </a:r>
          </a:p>
        </p:txBody>
      </p:sp>
      <p:graphicFrame>
        <p:nvGraphicFramePr>
          <p:cNvPr id="5" name="Таблица 4">
            <a:extLst>
              <a:ext uri="{FF2B5EF4-FFF2-40B4-BE49-F238E27FC236}">
                <a16:creationId xmlns:a16="http://schemas.microsoft.com/office/drawing/2014/main" id="{1802816F-8754-51A5-ABCA-7C4CA55575EB}"/>
              </a:ext>
            </a:extLst>
          </p:cNvPr>
          <p:cNvGraphicFramePr>
            <a:graphicFrameLocks noGrp="1"/>
          </p:cNvGraphicFramePr>
          <p:nvPr>
            <p:extLst>
              <p:ext uri="{D42A27DB-BD31-4B8C-83A1-F6EECF244321}">
                <p14:modId xmlns:p14="http://schemas.microsoft.com/office/powerpoint/2010/main" val="2233388262"/>
              </p:ext>
            </p:extLst>
          </p:nvPr>
        </p:nvGraphicFramePr>
        <p:xfrm>
          <a:off x="609600" y="2768600"/>
          <a:ext cx="10972800" cy="2984500"/>
        </p:xfrm>
        <a:graphic>
          <a:graphicData uri="http://schemas.openxmlformats.org/drawingml/2006/table">
            <a:tbl>
              <a:tblPr firstRow="1" bandRow="1">
                <a:tableStyleId>{5C22544A-7EE6-4342-B048-85BDC9FD1C3A}</a:tableStyleId>
              </a:tblPr>
              <a:tblGrid>
                <a:gridCol w="5486400">
                  <a:extLst>
                    <a:ext uri="{9D8B030D-6E8A-4147-A177-3AD203B41FA5}">
                      <a16:colId xmlns:a16="http://schemas.microsoft.com/office/drawing/2014/main" val="3131641306"/>
                    </a:ext>
                  </a:extLst>
                </a:gridCol>
                <a:gridCol w="5486400">
                  <a:extLst>
                    <a:ext uri="{9D8B030D-6E8A-4147-A177-3AD203B41FA5}">
                      <a16:colId xmlns:a16="http://schemas.microsoft.com/office/drawing/2014/main" val="2817840727"/>
                    </a:ext>
                  </a:extLst>
                </a:gridCol>
              </a:tblGrid>
              <a:tr h="596900">
                <a:tc>
                  <a:txBody>
                    <a:bodyPr/>
                    <a:lstStyle/>
                    <a:p>
                      <a:pPr algn="l">
                        <a:spcBef>
                          <a:spcPts val="0"/>
                        </a:spcBef>
                        <a:spcAft>
                          <a:spcPts val="0"/>
                        </a:spcAft>
                        <a:buFontTx/>
                        <a:buNone/>
                      </a:pPr>
                      <a:r>
                        <a:rPr lang="ru-RU" sz="2100" b="1">
                          <a:solidFill>
                            <a:srgbClr val="FFFFFF"/>
                          </a:solidFill>
                          <a:latin typeface="Arial Nova" panose="020B0504020202020204" pitchFamily="34" charset="0"/>
                        </a:rPr>
                        <a:t>Внешний формат</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624E"/>
                    </a:solidFill>
                  </a:tcPr>
                </a:tc>
                <a:tc>
                  <a:txBody>
                    <a:bodyPr/>
                    <a:lstStyle/>
                    <a:p>
                      <a:pPr algn="l">
                        <a:spcBef>
                          <a:spcPts val="0"/>
                        </a:spcBef>
                        <a:spcAft>
                          <a:spcPts val="0"/>
                        </a:spcAft>
                        <a:buFontTx/>
                        <a:buNone/>
                      </a:pPr>
                      <a:r>
                        <a:rPr lang="ru-RU" sz="2100" b="1">
                          <a:solidFill>
                            <a:srgbClr val="FFFFFF"/>
                          </a:solidFill>
                          <a:latin typeface="Arial Nova" panose="020B0504020202020204" pitchFamily="34" charset="0"/>
                        </a:rPr>
                        <a:t>Контракт для портала</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624E"/>
                    </a:solidFill>
                  </a:tcPr>
                </a:tc>
                <a:extLst>
                  <a:ext uri="{0D108BD9-81ED-4DB2-BD59-A6C34878D82A}">
                    <a16:rowId xmlns:a16="http://schemas.microsoft.com/office/drawing/2014/main" val="705556041"/>
                  </a:ext>
                </a:extLst>
              </a:tr>
              <a:tr h="596900">
                <a:tc>
                  <a:txBody>
                    <a:bodyPr/>
                    <a:lstStyle/>
                    <a:p>
                      <a:pPr algn="l">
                        <a:spcBef>
                          <a:spcPts val="0"/>
                        </a:spcBef>
                        <a:spcAft>
                          <a:spcPts val="0"/>
                        </a:spcAft>
                        <a:buFontTx/>
                        <a:buNone/>
                      </a:pPr>
                      <a:r>
                        <a:rPr lang="ru-RU" sz="1900" b="0">
                          <a:solidFill>
                            <a:srgbClr val="192F29"/>
                          </a:solidFill>
                          <a:latin typeface="Arial Nova" panose="020B0504020202020204" pitchFamily="34" charset="0"/>
                        </a:rPr>
                        <a:t>Разные публикации</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5F8F6"/>
                    </a:solidFill>
                  </a:tcPr>
                </a:tc>
                <a:tc>
                  <a:txBody>
                    <a:bodyPr/>
                    <a:lstStyle/>
                    <a:p>
                      <a:pPr algn="l">
                        <a:spcBef>
                          <a:spcPts val="0"/>
                        </a:spcBef>
                        <a:spcAft>
                          <a:spcPts val="0"/>
                        </a:spcAft>
                        <a:buFontTx/>
                        <a:buNone/>
                      </a:pPr>
                      <a:r>
                        <a:rPr lang="ru-RU" sz="1900" b="0">
                          <a:solidFill>
                            <a:srgbClr val="192F29"/>
                          </a:solidFill>
                          <a:latin typeface="Arial Nova" panose="020B0504020202020204" pitchFamily="34" charset="0"/>
                        </a:rPr>
                        <a:t>Единый набор метрик</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5F8F6"/>
                    </a:solidFill>
                  </a:tcPr>
                </a:tc>
                <a:extLst>
                  <a:ext uri="{0D108BD9-81ED-4DB2-BD59-A6C34878D82A}">
                    <a16:rowId xmlns:a16="http://schemas.microsoft.com/office/drawing/2014/main" val="957237811"/>
                  </a:ext>
                </a:extLst>
              </a:tr>
              <a:tr h="596900">
                <a:tc>
                  <a:txBody>
                    <a:bodyPr/>
                    <a:lstStyle/>
                    <a:p>
                      <a:pPr algn="l">
                        <a:spcBef>
                          <a:spcPts val="0"/>
                        </a:spcBef>
                        <a:spcAft>
                          <a:spcPts val="0"/>
                        </a:spcAft>
                        <a:buFontTx/>
                        <a:buNone/>
                      </a:pPr>
                      <a:r>
                        <a:rPr lang="ru-RU" sz="1900" b="0">
                          <a:solidFill>
                            <a:srgbClr val="192F29"/>
                          </a:solidFill>
                          <a:latin typeface="Arial Nova" panose="020B0504020202020204" pitchFamily="34" charset="0"/>
                        </a:rPr>
                        <a:t>Месяц и техническая дата</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l">
                        <a:spcBef>
                          <a:spcPts val="0"/>
                        </a:spcBef>
                        <a:spcAft>
                          <a:spcPts val="0"/>
                        </a:spcAft>
                        <a:buFontTx/>
                        <a:buNone/>
                      </a:pPr>
                      <a:r>
                        <a:rPr lang="ru-RU" sz="1900" b="0">
                          <a:solidFill>
                            <a:srgbClr val="192F29"/>
                          </a:solidFill>
                          <a:latin typeface="Arial Nova" panose="020B0504020202020204" pitchFamily="34" charset="0"/>
                        </a:rPr>
                        <a:t>Общий отчётный месяц</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4212228474"/>
                  </a:ext>
                </a:extLst>
              </a:tr>
              <a:tr h="596900">
                <a:tc>
                  <a:txBody>
                    <a:bodyPr/>
                    <a:lstStyle/>
                    <a:p>
                      <a:pPr algn="l">
                        <a:spcBef>
                          <a:spcPts val="0"/>
                        </a:spcBef>
                        <a:spcAft>
                          <a:spcPts val="0"/>
                        </a:spcAft>
                        <a:buFontTx/>
                        <a:buNone/>
                      </a:pPr>
                      <a:r>
                        <a:rPr lang="ru-RU" sz="1900" b="0">
                          <a:solidFill>
                            <a:srgbClr val="192F29"/>
                          </a:solidFill>
                          <a:latin typeface="Arial Nova" panose="020B0504020202020204" pitchFamily="34" charset="0"/>
                        </a:rPr>
                        <a:t>Валютные колонки и млн ₽</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5F8F6"/>
                    </a:solidFill>
                  </a:tcPr>
                </a:tc>
                <a:tc>
                  <a:txBody>
                    <a:bodyPr/>
                    <a:lstStyle/>
                    <a:p>
                      <a:pPr algn="l">
                        <a:spcBef>
                          <a:spcPts val="0"/>
                        </a:spcBef>
                        <a:spcAft>
                          <a:spcPts val="0"/>
                        </a:spcAft>
                        <a:buFontTx/>
                        <a:buNone/>
                      </a:pPr>
                      <a:r>
                        <a:rPr lang="en-US" sz="1900" b="0">
                          <a:solidFill>
                            <a:srgbClr val="192F29"/>
                          </a:solidFill>
                          <a:latin typeface="Arial Nova" panose="020B0504020202020204" pitchFamily="34" charset="0"/>
                        </a:rPr>
                        <a:t>RUB </a:t>
                      </a:r>
                      <a:r>
                        <a:rPr lang="ru-RU" sz="1900" b="0">
                          <a:solidFill>
                            <a:srgbClr val="192F29"/>
                          </a:solidFill>
                          <a:latin typeface="Arial Nova" panose="020B0504020202020204" pitchFamily="34" charset="0"/>
                        </a:rPr>
                        <a:t>и согласованные единицы</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5F8F6"/>
                    </a:solidFill>
                  </a:tcPr>
                </a:tc>
                <a:extLst>
                  <a:ext uri="{0D108BD9-81ED-4DB2-BD59-A6C34878D82A}">
                    <a16:rowId xmlns:a16="http://schemas.microsoft.com/office/drawing/2014/main" val="4143824665"/>
                  </a:ext>
                </a:extLst>
              </a:tr>
              <a:tr h="596900">
                <a:tc>
                  <a:txBody>
                    <a:bodyPr/>
                    <a:lstStyle/>
                    <a:p>
                      <a:pPr algn="l">
                        <a:spcBef>
                          <a:spcPts val="0"/>
                        </a:spcBef>
                        <a:spcAft>
                          <a:spcPts val="0"/>
                        </a:spcAft>
                        <a:buFontTx/>
                        <a:buNone/>
                      </a:pPr>
                      <a:r>
                        <a:rPr lang="ru-RU" sz="1900" b="0">
                          <a:solidFill>
                            <a:srgbClr val="192F29"/>
                          </a:solidFill>
                          <a:latin typeface="Arial Nova" panose="020B0504020202020204" pitchFamily="34" charset="0"/>
                        </a:rPr>
                        <a:t>Новые значения и исправления</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l">
                        <a:spcBef>
                          <a:spcPts val="0"/>
                        </a:spcBef>
                        <a:spcAft>
                          <a:spcPts val="0"/>
                        </a:spcAft>
                        <a:buFontTx/>
                        <a:buNone/>
                      </a:pPr>
                      <a:r>
                        <a:rPr lang="ru-RU" sz="1900" b="0" dirty="0">
                          <a:solidFill>
                            <a:srgbClr val="192F29"/>
                          </a:solidFill>
                          <a:latin typeface="Arial Nova" panose="020B0504020202020204" pitchFamily="34" charset="0"/>
                        </a:rPr>
                        <a:t>Загрузка с журналом результата</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1120369382"/>
                  </a:ext>
                </a:extLst>
              </a:tr>
            </a:tbl>
          </a:graphicData>
        </a:graphic>
      </p:graphicFrame>
    </p:spTree>
    <p:extLst>
      <p:ext uri="{BB962C8B-B14F-4D97-AF65-F5344CB8AC3E}">
        <p14:creationId xmlns:p14="http://schemas.microsoft.com/office/powerpoint/2010/main" val="31533416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3AFF4A3-9751-5BE1-D0BD-FFEC577FAAF2}"/>
              </a:ext>
            </a:extLst>
          </p:cNvPr>
          <p:cNvSpPr txBox="1"/>
          <p:nvPr/>
        </p:nvSpPr>
        <p:spPr>
          <a:xfrm>
            <a:off x="609600" y="482599"/>
            <a:ext cx="10972800" cy="990600"/>
          </a:xfrm>
          <a:prstGeom prst="rect">
            <a:avLst/>
          </a:prstGeom>
          <a:noFill/>
        </p:spPr>
        <p:txBody>
          <a:bodyPr vert="horz" wrap="square" lIns="0" tIns="0" rIns="0" bIns="0" rtlCol="0" anchor="t">
            <a:noAutofit/>
          </a:bodyPr>
          <a:lstStyle/>
          <a:p>
            <a:r>
              <a:rPr lang="ru-RU" sz="3200" b="1">
                <a:solidFill>
                  <a:srgbClr val="123F36"/>
                </a:solidFill>
                <a:latin typeface="Arial Nova" panose="020B0504020202020204" pitchFamily="34" charset="0"/>
              </a:rPr>
              <a:t>Автоматизированный цикл обновления</a:t>
            </a:r>
          </a:p>
        </p:txBody>
      </p:sp>
      <p:sp>
        <p:nvSpPr>
          <p:cNvPr id="3" name="TextBox 2">
            <a:extLst>
              <a:ext uri="{FF2B5EF4-FFF2-40B4-BE49-F238E27FC236}">
                <a16:creationId xmlns:a16="http://schemas.microsoft.com/office/drawing/2014/main" id="{3F714302-7DA4-DC64-5F9B-FE7600E1DD5B}"/>
              </a:ext>
            </a:extLst>
          </p:cNvPr>
          <p:cNvSpPr txBox="1"/>
          <p:nvPr/>
        </p:nvSpPr>
        <p:spPr>
          <a:xfrm>
            <a:off x="11366500" y="6489700"/>
            <a:ext cx="304800" cy="228600"/>
          </a:xfrm>
          <a:prstGeom prst="rect">
            <a:avLst/>
          </a:prstGeom>
          <a:noFill/>
        </p:spPr>
        <p:txBody>
          <a:bodyPr vert="horz" wrap="square" lIns="0" tIns="0" rIns="0" bIns="0" rtlCol="0" anchor="t">
            <a:noAutofit/>
          </a:bodyPr>
          <a:lstStyle/>
          <a:p>
            <a:pPr algn="r"/>
            <a:r>
              <a:rPr lang="ru-RU" sz="1100">
                <a:solidFill>
                  <a:srgbClr val="5B6D66"/>
                </a:solidFill>
                <a:latin typeface="Arial Nova" panose="020B0504020202020204" pitchFamily="34" charset="0"/>
              </a:rPr>
              <a:t>3</a:t>
            </a:r>
          </a:p>
        </p:txBody>
      </p:sp>
      <p:sp>
        <p:nvSpPr>
          <p:cNvPr id="4" name="TextBox 3">
            <a:extLst>
              <a:ext uri="{FF2B5EF4-FFF2-40B4-BE49-F238E27FC236}">
                <a16:creationId xmlns:a16="http://schemas.microsoft.com/office/drawing/2014/main" id="{C37E5794-6C8E-8A9D-B6AA-E41D2A2B3001}"/>
              </a:ext>
            </a:extLst>
          </p:cNvPr>
          <p:cNvSpPr txBox="1"/>
          <p:nvPr/>
        </p:nvSpPr>
        <p:spPr>
          <a:xfrm>
            <a:off x="609600" y="1549399"/>
            <a:ext cx="10972800" cy="635000"/>
          </a:xfrm>
          <a:prstGeom prst="rect">
            <a:avLst/>
          </a:prstGeom>
          <a:noFill/>
        </p:spPr>
        <p:txBody>
          <a:bodyPr vert="horz" wrap="square" lIns="0" tIns="0" rIns="0" bIns="0" rtlCol="0" anchor="t">
            <a:noAutofit/>
          </a:bodyPr>
          <a:lstStyle/>
          <a:p>
            <a:r>
              <a:rPr lang="ru-RU" sz="2200">
                <a:solidFill>
                  <a:srgbClr val="5B6D66"/>
                </a:solidFill>
                <a:latin typeface="Arial Nova" panose="020B0504020202020204" pitchFamily="34" charset="0"/>
              </a:rPr>
              <a:t>Ежедневная проверка источника, месячная статистика</a:t>
            </a:r>
          </a:p>
        </p:txBody>
      </p:sp>
      <p:sp>
        <p:nvSpPr>
          <p:cNvPr id="5" name="Прямоугольник 4">
            <a:extLst>
              <a:ext uri="{FF2B5EF4-FFF2-40B4-BE49-F238E27FC236}">
                <a16:creationId xmlns:a16="http://schemas.microsoft.com/office/drawing/2014/main" id="{B2601BDD-DA1D-EC54-7F78-0DDD675E7DA9}"/>
              </a:ext>
            </a:extLst>
          </p:cNvPr>
          <p:cNvSpPr/>
          <p:nvPr/>
        </p:nvSpPr>
        <p:spPr>
          <a:xfrm>
            <a:off x="609600" y="2984500"/>
            <a:ext cx="1671484" cy="1168400"/>
          </a:xfrm>
          <a:prstGeom prst="rect">
            <a:avLst/>
          </a:prstGeom>
          <a:solidFill>
            <a:srgbClr val="ECF3E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ru-RU" sz="2000" dirty="0">
                <a:solidFill>
                  <a:srgbClr val="123F36"/>
                </a:solidFill>
                <a:latin typeface="Arial Nova" panose="020B0504020202020204" pitchFamily="34" charset="0"/>
              </a:rPr>
              <a:t>Банк</a:t>
            </a:r>
            <a:br>
              <a:rPr lang="ru-RU" sz="2000" dirty="0">
                <a:solidFill>
                  <a:srgbClr val="123F36"/>
                </a:solidFill>
                <a:latin typeface="Arial Nova" panose="020B0504020202020204" pitchFamily="34" charset="0"/>
              </a:rPr>
            </a:br>
            <a:r>
              <a:rPr lang="ru-RU" sz="2000" dirty="0">
                <a:solidFill>
                  <a:srgbClr val="123F36"/>
                </a:solidFill>
                <a:latin typeface="Arial Nova" panose="020B0504020202020204" pitchFamily="34" charset="0"/>
              </a:rPr>
              <a:t>России</a:t>
            </a:r>
          </a:p>
        </p:txBody>
      </p:sp>
      <p:sp>
        <p:nvSpPr>
          <p:cNvPr id="6" name="Прямоугольник 5">
            <a:extLst>
              <a:ext uri="{FF2B5EF4-FFF2-40B4-BE49-F238E27FC236}">
                <a16:creationId xmlns:a16="http://schemas.microsoft.com/office/drawing/2014/main" id="{CB6D137E-E86A-271F-506E-21EE6DA00535}"/>
              </a:ext>
            </a:extLst>
          </p:cNvPr>
          <p:cNvSpPr/>
          <p:nvPr/>
        </p:nvSpPr>
        <p:spPr>
          <a:xfrm>
            <a:off x="2738284" y="2984500"/>
            <a:ext cx="1986116" cy="1168400"/>
          </a:xfrm>
          <a:prstGeom prst="rect">
            <a:avLst/>
          </a:prstGeom>
          <a:solidFill>
            <a:srgbClr val="ECF3E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ru-RU" sz="2000" dirty="0">
                <a:solidFill>
                  <a:schemeClr val="tx1"/>
                </a:solidFill>
                <a:latin typeface="Arial Nova" panose="020B0504020202020204" pitchFamily="34" charset="0"/>
              </a:rPr>
              <a:t>Нормализация и валидация</a:t>
            </a:r>
          </a:p>
        </p:txBody>
      </p:sp>
      <p:sp>
        <p:nvSpPr>
          <p:cNvPr id="7" name="Прямоугольник 6">
            <a:extLst>
              <a:ext uri="{FF2B5EF4-FFF2-40B4-BE49-F238E27FC236}">
                <a16:creationId xmlns:a16="http://schemas.microsoft.com/office/drawing/2014/main" id="{73B94853-1817-FA23-185E-D979D61A584D}"/>
              </a:ext>
            </a:extLst>
          </p:cNvPr>
          <p:cNvSpPr/>
          <p:nvPr/>
        </p:nvSpPr>
        <p:spPr>
          <a:xfrm>
            <a:off x="5282382" y="2984500"/>
            <a:ext cx="1728018" cy="1168400"/>
          </a:xfrm>
          <a:prstGeom prst="rect">
            <a:avLst/>
          </a:prstGeom>
          <a:solidFill>
            <a:srgbClr val="ECF3E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en-US" sz="2000" dirty="0">
                <a:solidFill>
                  <a:srgbClr val="123F36"/>
                </a:solidFill>
                <a:latin typeface="Arial Nova" panose="020B0504020202020204" pitchFamily="34" charset="0"/>
              </a:rPr>
              <a:t>PostgreSQL</a:t>
            </a:r>
            <a:endParaRPr lang="ru-RU" sz="2000" dirty="0">
              <a:solidFill>
                <a:srgbClr val="123F36"/>
              </a:solidFill>
              <a:latin typeface="Arial Nova" panose="020B0504020202020204" pitchFamily="34" charset="0"/>
            </a:endParaRPr>
          </a:p>
        </p:txBody>
      </p:sp>
      <p:sp>
        <p:nvSpPr>
          <p:cNvPr id="8" name="Прямоугольник 7">
            <a:extLst>
              <a:ext uri="{FF2B5EF4-FFF2-40B4-BE49-F238E27FC236}">
                <a16:creationId xmlns:a16="http://schemas.microsoft.com/office/drawing/2014/main" id="{799BA219-B0C2-8BBC-C413-F33B1EDFE489}"/>
              </a:ext>
            </a:extLst>
          </p:cNvPr>
          <p:cNvSpPr/>
          <p:nvPr/>
        </p:nvSpPr>
        <p:spPr>
          <a:xfrm>
            <a:off x="7467600" y="2984500"/>
            <a:ext cx="1828800" cy="1168400"/>
          </a:xfrm>
          <a:prstGeom prst="rect">
            <a:avLst/>
          </a:prstGeom>
          <a:solidFill>
            <a:srgbClr val="ECF3E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ru-RU" sz="2000">
                <a:solidFill>
                  <a:srgbClr val="123F36"/>
                </a:solidFill>
                <a:latin typeface="Arial Nova" panose="020B0504020202020204" pitchFamily="34" charset="0"/>
              </a:rPr>
              <a:t>Наш </a:t>
            </a:r>
            <a:r>
              <a:rPr lang="en-US" sz="2000">
                <a:solidFill>
                  <a:srgbClr val="123F36"/>
                </a:solidFill>
                <a:latin typeface="Arial Nova" panose="020B0504020202020204" pitchFamily="34" charset="0"/>
              </a:rPr>
              <a:t>API</a:t>
            </a:r>
            <a:endParaRPr lang="ru-RU" sz="2000">
              <a:solidFill>
                <a:srgbClr val="123F36"/>
              </a:solidFill>
              <a:latin typeface="Arial Nova" panose="020B0504020202020204" pitchFamily="34" charset="0"/>
            </a:endParaRPr>
          </a:p>
        </p:txBody>
      </p:sp>
      <p:sp>
        <p:nvSpPr>
          <p:cNvPr id="9" name="Прямоугольник 8">
            <a:extLst>
              <a:ext uri="{FF2B5EF4-FFF2-40B4-BE49-F238E27FC236}">
                <a16:creationId xmlns:a16="http://schemas.microsoft.com/office/drawing/2014/main" id="{D3B692F3-0B87-7501-5214-3B0690F90CF4}"/>
              </a:ext>
            </a:extLst>
          </p:cNvPr>
          <p:cNvSpPr/>
          <p:nvPr/>
        </p:nvSpPr>
        <p:spPr>
          <a:xfrm>
            <a:off x="9753600" y="2984500"/>
            <a:ext cx="1828800" cy="1168400"/>
          </a:xfrm>
          <a:prstGeom prst="rect">
            <a:avLst/>
          </a:prstGeom>
          <a:solidFill>
            <a:srgbClr val="ECF3E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en-US" sz="2000">
                <a:solidFill>
                  <a:srgbClr val="123F36"/>
                </a:solidFill>
                <a:latin typeface="Arial Nova" panose="020B0504020202020204" pitchFamily="34" charset="0"/>
              </a:rPr>
              <a:t>Dashboard</a:t>
            </a:r>
            <a:endParaRPr lang="ru-RU" sz="2000">
              <a:solidFill>
                <a:srgbClr val="123F36"/>
              </a:solidFill>
              <a:latin typeface="Arial Nova" panose="020B0504020202020204" pitchFamily="34" charset="0"/>
            </a:endParaRPr>
          </a:p>
        </p:txBody>
      </p:sp>
      <p:cxnSp>
        <p:nvCxnSpPr>
          <p:cNvPr id="10" name="Прямая со стрелкой 9">
            <a:extLst>
              <a:ext uri="{FF2B5EF4-FFF2-40B4-BE49-F238E27FC236}">
                <a16:creationId xmlns:a16="http://schemas.microsoft.com/office/drawing/2014/main" id="{93D1EE4A-7686-1606-480C-C1CDE8E917C1}"/>
              </a:ext>
            </a:extLst>
          </p:cNvPr>
          <p:cNvCxnSpPr/>
          <p:nvPr/>
        </p:nvCxnSpPr>
        <p:spPr>
          <a:xfrm>
            <a:off x="2300751" y="3568700"/>
            <a:ext cx="381000" cy="0"/>
          </a:xfrm>
          <a:prstGeom prst="straightConnector1">
            <a:avLst/>
          </a:prstGeom>
          <a:ln w="20320">
            <a:solidFill>
              <a:srgbClr val="17624E"/>
            </a:solidFill>
            <a:tailEnd type="arrow"/>
          </a:ln>
        </p:spPr>
        <p:style>
          <a:lnRef idx="2">
            <a:schemeClr val="accent1"/>
          </a:lnRef>
          <a:fillRef idx="0">
            <a:schemeClr val="accent1"/>
          </a:fillRef>
          <a:effectRef idx="1">
            <a:schemeClr val="accent1"/>
          </a:effectRef>
          <a:fontRef idx="minor">
            <a:schemeClr val="tx1"/>
          </a:fontRef>
        </p:style>
      </p:cxnSp>
      <p:cxnSp>
        <p:nvCxnSpPr>
          <p:cNvPr id="11" name="Прямая со стрелкой 10">
            <a:extLst>
              <a:ext uri="{FF2B5EF4-FFF2-40B4-BE49-F238E27FC236}">
                <a16:creationId xmlns:a16="http://schemas.microsoft.com/office/drawing/2014/main" id="{39E66B9C-720F-F48D-4006-C7AA38F4DEC7}"/>
              </a:ext>
            </a:extLst>
          </p:cNvPr>
          <p:cNvCxnSpPr/>
          <p:nvPr/>
        </p:nvCxnSpPr>
        <p:spPr>
          <a:xfrm>
            <a:off x="4822720" y="3568700"/>
            <a:ext cx="381000" cy="0"/>
          </a:xfrm>
          <a:prstGeom prst="straightConnector1">
            <a:avLst/>
          </a:prstGeom>
          <a:ln w="20320">
            <a:solidFill>
              <a:srgbClr val="17624E"/>
            </a:solidFill>
            <a:tailEnd type="arrow"/>
          </a:ln>
        </p:spPr>
        <p:style>
          <a:lnRef idx="2">
            <a:schemeClr val="accent1"/>
          </a:lnRef>
          <a:fillRef idx="0">
            <a:schemeClr val="accent1"/>
          </a:fillRef>
          <a:effectRef idx="1">
            <a:schemeClr val="accent1"/>
          </a:effectRef>
          <a:fontRef idx="minor">
            <a:schemeClr val="tx1"/>
          </a:fontRef>
        </p:style>
      </p:cxnSp>
      <p:cxnSp>
        <p:nvCxnSpPr>
          <p:cNvPr id="12" name="Прямая со стрелкой 11">
            <a:extLst>
              <a:ext uri="{FF2B5EF4-FFF2-40B4-BE49-F238E27FC236}">
                <a16:creationId xmlns:a16="http://schemas.microsoft.com/office/drawing/2014/main" id="{7401D604-D0B9-966B-3A88-98E7885BE6C0}"/>
              </a:ext>
            </a:extLst>
          </p:cNvPr>
          <p:cNvCxnSpPr/>
          <p:nvPr/>
        </p:nvCxnSpPr>
        <p:spPr>
          <a:xfrm>
            <a:off x="7010400" y="3568700"/>
            <a:ext cx="381000" cy="0"/>
          </a:xfrm>
          <a:prstGeom prst="straightConnector1">
            <a:avLst/>
          </a:prstGeom>
          <a:ln w="20320">
            <a:solidFill>
              <a:srgbClr val="17624E"/>
            </a:solidFill>
            <a:tailEnd type="arrow"/>
          </a:ln>
        </p:spPr>
        <p:style>
          <a:lnRef idx="2">
            <a:schemeClr val="accent1"/>
          </a:lnRef>
          <a:fillRef idx="0">
            <a:schemeClr val="accent1"/>
          </a:fillRef>
          <a:effectRef idx="1">
            <a:schemeClr val="accent1"/>
          </a:effectRef>
          <a:fontRef idx="minor">
            <a:schemeClr val="tx1"/>
          </a:fontRef>
        </p:style>
      </p:cxnSp>
      <p:cxnSp>
        <p:nvCxnSpPr>
          <p:cNvPr id="13" name="Прямая со стрелкой 12">
            <a:extLst>
              <a:ext uri="{FF2B5EF4-FFF2-40B4-BE49-F238E27FC236}">
                <a16:creationId xmlns:a16="http://schemas.microsoft.com/office/drawing/2014/main" id="{2A7379DE-CE61-2325-A751-23EC9F89E098}"/>
              </a:ext>
            </a:extLst>
          </p:cNvPr>
          <p:cNvCxnSpPr/>
          <p:nvPr/>
        </p:nvCxnSpPr>
        <p:spPr>
          <a:xfrm>
            <a:off x="9296400" y="3568700"/>
            <a:ext cx="381000" cy="0"/>
          </a:xfrm>
          <a:prstGeom prst="straightConnector1">
            <a:avLst/>
          </a:prstGeom>
          <a:ln w="20320">
            <a:solidFill>
              <a:srgbClr val="17624E"/>
            </a:solidFill>
            <a:tailEnd type="arrow"/>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16F4071F-8F45-2298-B977-7FD578FCBBC1}"/>
              </a:ext>
            </a:extLst>
          </p:cNvPr>
          <p:cNvSpPr txBox="1"/>
          <p:nvPr/>
        </p:nvSpPr>
        <p:spPr>
          <a:xfrm>
            <a:off x="609600" y="4914899"/>
            <a:ext cx="10972800" cy="533400"/>
          </a:xfrm>
          <a:prstGeom prst="rect">
            <a:avLst/>
          </a:prstGeom>
          <a:noFill/>
        </p:spPr>
        <p:txBody>
          <a:bodyPr vert="horz" wrap="square" lIns="0" tIns="0" rIns="0" bIns="0" rtlCol="0" anchor="t">
            <a:noAutofit/>
          </a:bodyPr>
          <a:lstStyle/>
          <a:p>
            <a:r>
              <a:rPr lang="ru-RU" sz="2200">
                <a:solidFill>
                  <a:srgbClr val="192F29"/>
                </a:solidFill>
                <a:latin typeface="Arial Nova" panose="020B0504020202020204" pitchFamily="34" charset="0"/>
              </a:rPr>
              <a:t>Запуск по расписанию, при старте или вручную</a:t>
            </a:r>
          </a:p>
        </p:txBody>
      </p:sp>
      <p:sp>
        <p:nvSpPr>
          <p:cNvPr id="15" name="TextBox 14">
            <a:extLst>
              <a:ext uri="{FF2B5EF4-FFF2-40B4-BE49-F238E27FC236}">
                <a16:creationId xmlns:a16="http://schemas.microsoft.com/office/drawing/2014/main" id="{D0AF6B79-BA97-CDC2-A413-40DB0DA09D97}"/>
              </a:ext>
            </a:extLst>
          </p:cNvPr>
          <p:cNvSpPr txBox="1"/>
          <p:nvPr/>
        </p:nvSpPr>
        <p:spPr>
          <a:xfrm>
            <a:off x="609600" y="5600699"/>
            <a:ext cx="10972800" cy="533400"/>
          </a:xfrm>
          <a:prstGeom prst="rect">
            <a:avLst/>
          </a:prstGeom>
          <a:noFill/>
        </p:spPr>
        <p:txBody>
          <a:bodyPr vert="horz" wrap="square" lIns="0" tIns="0" rIns="0" bIns="0" rtlCol="0" anchor="t">
            <a:noAutofit/>
          </a:bodyPr>
          <a:lstStyle/>
          <a:p>
            <a:r>
              <a:rPr lang="ru-RU" sz="2200">
                <a:solidFill>
                  <a:srgbClr val="192F29"/>
                </a:solidFill>
                <a:latin typeface="Arial Nova" panose="020B0504020202020204" pitchFamily="34" charset="0"/>
              </a:rPr>
              <a:t>Сохраняются исходные ответы и метаданные</a:t>
            </a:r>
          </a:p>
        </p:txBody>
      </p:sp>
    </p:spTree>
    <p:extLst>
      <p:ext uri="{BB962C8B-B14F-4D97-AF65-F5344CB8AC3E}">
        <p14:creationId xmlns:p14="http://schemas.microsoft.com/office/powerpoint/2010/main" val="3943075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8355D2-9CB8-845A-D435-188558B213C2}"/>
              </a:ext>
            </a:extLst>
          </p:cNvPr>
          <p:cNvSpPr txBox="1"/>
          <p:nvPr/>
        </p:nvSpPr>
        <p:spPr>
          <a:xfrm>
            <a:off x="609600" y="482599"/>
            <a:ext cx="10972800" cy="990600"/>
          </a:xfrm>
          <a:prstGeom prst="rect">
            <a:avLst/>
          </a:prstGeom>
          <a:noFill/>
        </p:spPr>
        <p:txBody>
          <a:bodyPr vert="horz" wrap="square" lIns="0" tIns="0" rIns="0" bIns="0" rtlCol="0" anchor="t">
            <a:noAutofit/>
          </a:bodyPr>
          <a:lstStyle/>
          <a:p>
            <a:r>
              <a:rPr lang="ru-RU" sz="3200" b="1">
                <a:solidFill>
                  <a:srgbClr val="123F36"/>
                </a:solidFill>
                <a:latin typeface="Arial Nova" panose="020B0504020202020204" pitchFamily="34" charset="0"/>
              </a:rPr>
              <a:t>Архитектура </a:t>
            </a:r>
            <a:r>
              <a:rPr lang="en-US" sz="3200" b="1">
                <a:solidFill>
                  <a:srgbClr val="123F36"/>
                </a:solidFill>
                <a:latin typeface="Arial Nova" panose="020B0504020202020204" pitchFamily="34" charset="0"/>
              </a:rPr>
              <a:t>MVP</a:t>
            </a:r>
            <a:endParaRPr lang="ru-RU" sz="3200" b="1">
              <a:solidFill>
                <a:srgbClr val="123F36"/>
              </a:solidFill>
              <a:latin typeface="Arial Nova" panose="020B0504020202020204" pitchFamily="34" charset="0"/>
            </a:endParaRPr>
          </a:p>
        </p:txBody>
      </p:sp>
      <p:sp>
        <p:nvSpPr>
          <p:cNvPr id="3" name="TextBox 2">
            <a:extLst>
              <a:ext uri="{FF2B5EF4-FFF2-40B4-BE49-F238E27FC236}">
                <a16:creationId xmlns:a16="http://schemas.microsoft.com/office/drawing/2014/main" id="{606143A0-709E-E4C4-4155-36DB6284B051}"/>
              </a:ext>
            </a:extLst>
          </p:cNvPr>
          <p:cNvSpPr txBox="1"/>
          <p:nvPr/>
        </p:nvSpPr>
        <p:spPr>
          <a:xfrm>
            <a:off x="11366500" y="6489700"/>
            <a:ext cx="304800" cy="228600"/>
          </a:xfrm>
          <a:prstGeom prst="rect">
            <a:avLst/>
          </a:prstGeom>
          <a:noFill/>
        </p:spPr>
        <p:txBody>
          <a:bodyPr vert="horz" wrap="square" lIns="0" tIns="0" rIns="0" bIns="0" rtlCol="0" anchor="t">
            <a:noAutofit/>
          </a:bodyPr>
          <a:lstStyle/>
          <a:p>
            <a:pPr algn="r"/>
            <a:r>
              <a:rPr lang="ru-RU" sz="1100">
                <a:solidFill>
                  <a:srgbClr val="5B6D66"/>
                </a:solidFill>
                <a:latin typeface="Arial Nova" panose="020B0504020202020204" pitchFamily="34" charset="0"/>
              </a:rPr>
              <a:t>4</a:t>
            </a:r>
          </a:p>
        </p:txBody>
      </p:sp>
      <p:sp>
        <p:nvSpPr>
          <p:cNvPr id="4" name="Прямоугольник 3">
            <a:extLst>
              <a:ext uri="{FF2B5EF4-FFF2-40B4-BE49-F238E27FC236}">
                <a16:creationId xmlns:a16="http://schemas.microsoft.com/office/drawing/2014/main" id="{C9B0AE02-9D8B-4B04-8884-85D121B98634}"/>
              </a:ext>
            </a:extLst>
          </p:cNvPr>
          <p:cNvSpPr/>
          <p:nvPr/>
        </p:nvSpPr>
        <p:spPr>
          <a:xfrm>
            <a:off x="609600" y="2247900"/>
            <a:ext cx="2222500" cy="1143000"/>
          </a:xfrm>
          <a:prstGeom prst="rect">
            <a:avLst/>
          </a:prstGeom>
          <a:solidFill>
            <a:srgbClr val="ECF3E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ru-RU" sz="1900">
                <a:solidFill>
                  <a:srgbClr val="123F36"/>
                </a:solidFill>
                <a:latin typeface="Arial Nova" panose="020B0504020202020204" pitchFamily="34" charset="0"/>
              </a:rPr>
              <a:t>Банк России</a:t>
            </a:r>
            <a:br>
              <a:rPr lang="ru-RU" sz="1900">
                <a:solidFill>
                  <a:srgbClr val="123F36"/>
                </a:solidFill>
                <a:latin typeface="Arial Nova" panose="020B0504020202020204" pitchFamily="34" charset="0"/>
              </a:rPr>
            </a:br>
            <a:r>
              <a:rPr lang="en-US" sz="1900">
                <a:solidFill>
                  <a:srgbClr val="123F36"/>
                </a:solidFill>
                <a:latin typeface="Arial Nova" panose="020B0504020202020204" pitchFamily="34" charset="0"/>
              </a:rPr>
              <a:t>Data Service</a:t>
            </a:r>
            <a:endParaRPr lang="ru-RU" sz="1900">
              <a:solidFill>
                <a:srgbClr val="123F36"/>
              </a:solidFill>
              <a:latin typeface="Arial Nova" panose="020B0504020202020204" pitchFamily="34" charset="0"/>
            </a:endParaRPr>
          </a:p>
        </p:txBody>
      </p:sp>
      <p:sp>
        <p:nvSpPr>
          <p:cNvPr id="5" name="Прямоугольник 4">
            <a:extLst>
              <a:ext uri="{FF2B5EF4-FFF2-40B4-BE49-F238E27FC236}">
                <a16:creationId xmlns:a16="http://schemas.microsoft.com/office/drawing/2014/main" id="{7D5633CD-CF67-C508-F22C-DFD1AE12AFF3}"/>
              </a:ext>
            </a:extLst>
          </p:cNvPr>
          <p:cNvSpPr/>
          <p:nvPr/>
        </p:nvSpPr>
        <p:spPr>
          <a:xfrm>
            <a:off x="3568700" y="2006600"/>
            <a:ext cx="4648200" cy="1676400"/>
          </a:xfrm>
          <a:prstGeom prst="rect">
            <a:avLst/>
          </a:prstGeom>
          <a:solidFill>
            <a:srgbClr val="ECF3E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endParaRPr lang="ru-RU" sz="2300">
              <a:solidFill>
                <a:srgbClr val="123F36"/>
              </a:solidFill>
              <a:latin typeface="Arial Nova" panose="020B0504020202020204" pitchFamily="34" charset="0"/>
            </a:endParaRPr>
          </a:p>
        </p:txBody>
      </p:sp>
      <p:sp>
        <p:nvSpPr>
          <p:cNvPr id="6" name="TextBox 5">
            <a:extLst>
              <a:ext uri="{FF2B5EF4-FFF2-40B4-BE49-F238E27FC236}">
                <a16:creationId xmlns:a16="http://schemas.microsoft.com/office/drawing/2014/main" id="{98532EB8-57ED-17C4-405B-36EDB127596C}"/>
              </a:ext>
            </a:extLst>
          </p:cNvPr>
          <p:cNvSpPr txBox="1"/>
          <p:nvPr/>
        </p:nvSpPr>
        <p:spPr>
          <a:xfrm>
            <a:off x="3797300" y="2158999"/>
            <a:ext cx="4191000" cy="419100"/>
          </a:xfrm>
          <a:prstGeom prst="rect">
            <a:avLst/>
          </a:prstGeom>
          <a:noFill/>
        </p:spPr>
        <p:txBody>
          <a:bodyPr vert="horz" wrap="square" lIns="0" tIns="0" rIns="0" bIns="0" rtlCol="0" anchor="t">
            <a:noAutofit/>
          </a:bodyPr>
          <a:lstStyle/>
          <a:p>
            <a:r>
              <a:rPr lang="en-US" sz="2300" b="1">
                <a:solidFill>
                  <a:srgbClr val="123F36"/>
                </a:solidFill>
                <a:latin typeface="Arial Nova" panose="020B0504020202020204" pitchFamily="34" charset="0"/>
              </a:rPr>
              <a:t>Fastify + TypeScript</a:t>
            </a:r>
            <a:endParaRPr lang="ru-RU" sz="2300" b="1">
              <a:solidFill>
                <a:srgbClr val="123F36"/>
              </a:solidFill>
              <a:latin typeface="Arial Nova" panose="020B0504020202020204" pitchFamily="34" charset="0"/>
            </a:endParaRPr>
          </a:p>
        </p:txBody>
      </p:sp>
      <p:sp>
        <p:nvSpPr>
          <p:cNvPr id="7" name="TextBox 6">
            <a:extLst>
              <a:ext uri="{FF2B5EF4-FFF2-40B4-BE49-F238E27FC236}">
                <a16:creationId xmlns:a16="http://schemas.microsoft.com/office/drawing/2014/main" id="{E21E9655-94CB-B79C-866A-3444BDEA7FF4}"/>
              </a:ext>
            </a:extLst>
          </p:cNvPr>
          <p:cNvSpPr txBox="1"/>
          <p:nvPr/>
        </p:nvSpPr>
        <p:spPr>
          <a:xfrm>
            <a:off x="3797300" y="2641599"/>
            <a:ext cx="4191000" cy="368300"/>
          </a:xfrm>
          <a:prstGeom prst="rect">
            <a:avLst/>
          </a:prstGeom>
          <a:noFill/>
        </p:spPr>
        <p:txBody>
          <a:bodyPr vert="horz" wrap="square" lIns="0" tIns="0" rIns="0" bIns="0" rtlCol="0" anchor="t">
            <a:noAutofit/>
          </a:bodyPr>
          <a:lstStyle/>
          <a:p>
            <a:r>
              <a:rPr lang="en-US" sz="1700">
                <a:solidFill>
                  <a:srgbClr val="123F36"/>
                </a:solidFill>
                <a:latin typeface="Arial Nova" panose="020B0504020202020204" pitchFamily="34" charset="0"/>
              </a:rPr>
              <a:t>CBR · Sync · Mortgage · Analytics</a:t>
            </a:r>
            <a:endParaRPr lang="ru-RU" sz="1700">
              <a:solidFill>
                <a:srgbClr val="123F36"/>
              </a:solidFill>
              <a:latin typeface="Arial Nova" panose="020B0504020202020204" pitchFamily="34" charset="0"/>
            </a:endParaRPr>
          </a:p>
        </p:txBody>
      </p:sp>
      <p:sp>
        <p:nvSpPr>
          <p:cNvPr id="8" name="TextBox 7">
            <a:extLst>
              <a:ext uri="{FF2B5EF4-FFF2-40B4-BE49-F238E27FC236}">
                <a16:creationId xmlns:a16="http://schemas.microsoft.com/office/drawing/2014/main" id="{127402DB-A8C8-11EB-D512-3D955F522624}"/>
              </a:ext>
            </a:extLst>
          </p:cNvPr>
          <p:cNvSpPr txBox="1"/>
          <p:nvPr/>
        </p:nvSpPr>
        <p:spPr>
          <a:xfrm>
            <a:off x="3797300" y="3162299"/>
            <a:ext cx="4191000" cy="368300"/>
          </a:xfrm>
          <a:prstGeom prst="rect">
            <a:avLst/>
          </a:prstGeom>
          <a:noFill/>
        </p:spPr>
        <p:txBody>
          <a:bodyPr vert="horz" wrap="square" lIns="0" tIns="0" rIns="0" bIns="0" rtlCol="0" anchor="t">
            <a:noAutofit/>
          </a:bodyPr>
          <a:lstStyle/>
          <a:p>
            <a:r>
              <a:rPr lang="en-US" sz="1700" dirty="0">
                <a:solidFill>
                  <a:srgbClr val="123F36"/>
                </a:solidFill>
                <a:latin typeface="Arial Nova" panose="020B0504020202020204" pitchFamily="34" charset="0"/>
              </a:rPr>
              <a:t>Scheduler </a:t>
            </a:r>
            <a:r>
              <a:rPr lang="ru-RU" sz="1700" dirty="0">
                <a:solidFill>
                  <a:srgbClr val="123F36"/>
                </a:solidFill>
                <a:latin typeface="Arial Nova" panose="020B0504020202020204" pitchFamily="34" charset="0"/>
              </a:rPr>
              <a:t>и ручной запуск</a:t>
            </a:r>
          </a:p>
        </p:txBody>
      </p:sp>
      <p:sp>
        <p:nvSpPr>
          <p:cNvPr id="9" name="Прямоугольник 8">
            <a:extLst>
              <a:ext uri="{FF2B5EF4-FFF2-40B4-BE49-F238E27FC236}">
                <a16:creationId xmlns:a16="http://schemas.microsoft.com/office/drawing/2014/main" id="{C1D31D52-4E43-EA1C-BB3C-E44B5729072F}"/>
              </a:ext>
            </a:extLst>
          </p:cNvPr>
          <p:cNvSpPr/>
          <p:nvPr/>
        </p:nvSpPr>
        <p:spPr>
          <a:xfrm>
            <a:off x="8953500" y="2247900"/>
            <a:ext cx="2628900" cy="1143000"/>
          </a:xfrm>
          <a:prstGeom prst="rect">
            <a:avLst/>
          </a:prstGeom>
          <a:solidFill>
            <a:srgbClr val="ECF3E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en-US" sz="1900">
                <a:solidFill>
                  <a:srgbClr val="123F36"/>
                </a:solidFill>
                <a:latin typeface="Arial Nova" panose="020B0504020202020204" pitchFamily="34" charset="0"/>
              </a:rPr>
              <a:t>PostgreSQL</a:t>
            </a:r>
            <a:br>
              <a:rPr lang="en-US" sz="1900">
                <a:solidFill>
                  <a:srgbClr val="123F36"/>
                </a:solidFill>
                <a:latin typeface="Arial Nova" panose="020B0504020202020204" pitchFamily="34" charset="0"/>
              </a:rPr>
            </a:br>
            <a:r>
              <a:rPr lang="en-US" sz="1900">
                <a:solidFill>
                  <a:srgbClr val="123F36"/>
                </a:solidFill>
                <a:latin typeface="Arial Nova" panose="020B0504020202020204" pitchFamily="34" charset="0"/>
              </a:rPr>
              <a:t>Prisma · SyncLog</a:t>
            </a:r>
            <a:endParaRPr lang="ru-RU" sz="1900">
              <a:solidFill>
                <a:srgbClr val="123F36"/>
              </a:solidFill>
              <a:latin typeface="Arial Nova" panose="020B0504020202020204" pitchFamily="34" charset="0"/>
            </a:endParaRPr>
          </a:p>
        </p:txBody>
      </p:sp>
      <p:cxnSp>
        <p:nvCxnSpPr>
          <p:cNvPr id="10" name="Прямая со стрелкой 9">
            <a:extLst>
              <a:ext uri="{FF2B5EF4-FFF2-40B4-BE49-F238E27FC236}">
                <a16:creationId xmlns:a16="http://schemas.microsoft.com/office/drawing/2014/main" id="{01B235CA-3F30-9124-5F56-291B431D7E38}"/>
              </a:ext>
            </a:extLst>
          </p:cNvPr>
          <p:cNvCxnSpPr/>
          <p:nvPr/>
        </p:nvCxnSpPr>
        <p:spPr>
          <a:xfrm>
            <a:off x="2832100" y="2819400"/>
            <a:ext cx="647700" cy="0"/>
          </a:xfrm>
          <a:prstGeom prst="straightConnector1">
            <a:avLst/>
          </a:prstGeom>
          <a:ln w="20320">
            <a:solidFill>
              <a:srgbClr val="17624E"/>
            </a:solidFill>
            <a:tailEnd type="arrow"/>
          </a:ln>
        </p:spPr>
        <p:style>
          <a:lnRef idx="2">
            <a:schemeClr val="accent1"/>
          </a:lnRef>
          <a:fillRef idx="0">
            <a:schemeClr val="accent1"/>
          </a:fillRef>
          <a:effectRef idx="1">
            <a:schemeClr val="accent1"/>
          </a:effectRef>
          <a:fontRef idx="minor">
            <a:schemeClr val="tx1"/>
          </a:fontRef>
        </p:style>
      </p:cxnSp>
      <p:cxnSp>
        <p:nvCxnSpPr>
          <p:cNvPr id="11" name="Прямая со стрелкой 10">
            <a:extLst>
              <a:ext uri="{FF2B5EF4-FFF2-40B4-BE49-F238E27FC236}">
                <a16:creationId xmlns:a16="http://schemas.microsoft.com/office/drawing/2014/main" id="{C35062DF-E52B-687C-2928-59439977C52F}"/>
              </a:ext>
            </a:extLst>
          </p:cNvPr>
          <p:cNvCxnSpPr/>
          <p:nvPr/>
        </p:nvCxnSpPr>
        <p:spPr>
          <a:xfrm>
            <a:off x="8216900" y="2819400"/>
            <a:ext cx="647700" cy="0"/>
          </a:xfrm>
          <a:prstGeom prst="straightConnector1">
            <a:avLst/>
          </a:prstGeom>
          <a:ln w="20320">
            <a:solidFill>
              <a:srgbClr val="17624E"/>
            </a:solidFill>
            <a:tailEnd type="arrow"/>
          </a:ln>
        </p:spPr>
        <p:style>
          <a:lnRef idx="2">
            <a:schemeClr val="accent1"/>
          </a:lnRef>
          <a:fillRef idx="0">
            <a:schemeClr val="accent1"/>
          </a:fillRef>
          <a:effectRef idx="1">
            <a:schemeClr val="accent1"/>
          </a:effectRef>
          <a:fontRef idx="minor">
            <a:schemeClr val="tx1"/>
          </a:fontRef>
        </p:style>
      </p:cxnSp>
      <p:sp>
        <p:nvSpPr>
          <p:cNvPr id="12" name="Прямоугольник 11">
            <a:extLst>
              <a:ext uri="{FF2B5EF4-FFF2-40B4-BE49-F238E27FC236}">
                <a16:creationId xmlns:a16="http://schemas.microsoft.com/office/drawing/2014/main" id="{41FAD003-E3AB-1939-DC40-AF874811009B}"/>
              </a:ext>
            </a:extLst>
          </p:cNvPr>
          <p:cNvSpPr/>
          <p:nvPr/>
        </p:nvSpPr>
        <p:spPr>
          <a:xfrm>
            <a:off x="3568700" y="4673600"/>
            <a:ext cx="2286000" cy="927100"/>
          </a:xfrm>
          <a:prstGeom prst="rect">
            <a:avLst/>
          </a:prstGeom>
          <a:solidFill>
            <a:srgbClr val="ECF3E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en-US" sz="2000">
                <a:solidFill>
                  <a:srgbClr val="123F36"/>
                </a:solidFill>
                <a:latin typeface="Arial Nova" panose="020B0504020202020204" pitchFamily="34" charset="0"/>
              </a:rPr>
              <a:t>nginx</a:t>
            </a:r>
            <a:br>
              <a:rPr lang="en-US" sz="2000">
                <a:solidFill>
                  <a:srgbClr val="123F36"/>
                </a:solidFill>
                <a:latin typeface="Arial Nova" panose="020B0504020202020204" pitchFamily="34" charset="0"/>
              </a:rPr>
            </a:br>
            <a:r>
              <a:rPr lang="en-US" sz="2000">
                <a:solidFill>
                  <a:srgbClr val="123F36"/>
                </a:solidFill>
                <a:latin typeface="Arial Nova" panose="020B0504020202020204" pitchFamily="34" charset="0"/>
              </a:rPr>
              <a:t>proxy</a:t>
            </a:r>
            <a:endParaRPr lang="ru-RU" sz="2000">
              <a:solidFill>
                <a:srgbClr val="123F36"/>
              </a:solidFill>
              <a:latin typeface="Arial Nova" panose="020B0504020202020204" pitchFamily="34" charset="0"/>
            </a:endParaRPr>
          </a:p>
        </p:txBody>
      </p:sp>
      <p:sp>
        <p:nvSpPr>
          <p:cNvPr id="13" name="Прямоугольник 12">
            <a:extLst>
              <a:ext uri="{FF2B5EF4-FFF2-40B4-BE49-F238E27FC236}">
                <a16:creationId xmlns:a16="http://schemas.microsoft.com/office/drawing/2014/main" id="{499EE899-B510-EBA8-2913-D11A58A3B660}"/>
              </a:ext>
            </a:extLst>
          </p:cNvPr>
          <p:cNvSpPr/>
          <p:nvPr/>
        </p:nvSpPr>
        <p:spPr>
          <a:xfrm>
            <a:off x="7162800" y="4673600"/>
            <a:ext cx="2921000" cy="927100"/>
          </a:xfrm>
          <a:prstGeom prst="rect">
            <a:avLst/>
          </a:prstGeom>
          <a:solidFill>
            <a:srgbClr val="ECF3E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en-US" sz="2000">
                <a:solidFill>
                  <a:srgbClr val="123F36"/>
                </a:solidFill>
                <a:latin typeface="Arial Nova" panose="020B0504020202020204" pitchFamily="34" charset="0"/>
              </a:rPr>
              <a:t>React dashboard</a:t>
            </a:r>
            <a:endParaRPr lang="ru-RU" sz="2000">
              <a:solidFill>
                <a:srgbClr val="123F36"/>
              </a:solidFill>
              <a:latin typeface="Arial Nova" panose="020B0504020202020204" pitchFamily="34" charset="0"/>
            </a:endParaRPr>
          </a:p>
        </p:txBody>
      </p:sp>
      <p:cxnSp>
        <p:nvCxnSpPr>
          <p:cNvPr id="14" name="Прямая со стрелкой 13">
            <a:extLst>
              <a:ext uri="{FF2B5EF4-FFF2-40B4-BE49-F238E27FC236}">
                <a16:creationId xmlns:a16="http://schemas.microsoft.com/office/drawing/2014/main" id="{F67FFA68-A374-F65F-2B6B-44570C63ABBE}"/>
              </a:ext>
            </a:extLst>
          </p:cNvPr>
          <p:cNvCxnSpPr/>
          <p:nvPr/>
        </p:nvCxnSpPr>
        <p:spPr>
          <a:xfrm>
            <a:off x="4711700" y="3759200"/>
            <a:ext cx="0" cy="825500"/>
          </a:xfrm>
          <a:prstGeom prst="straightConnector1">
            <a:avLst/>
          </a:prstGeom>
          <a:ln w="20320">
            <a:solidFill>
              <a:srgbClr val="17624E"/>
            </a:solidFill>
            <a:tailEnd type="arrow"/>
          </a:ln>
        </p:spPr>
        <p:style>
          <a:lnRef idx="2">
            <a:schemeClr val="accent1"/>
          </a:lnRef>
          <a:fillRef idx="0">
            <a:schemeClr val="accent1"/>
          </a:fillRef>
          <a:effectRef idx="1">
            <a:schemeClr val="accent1"/>
          </a:effectRef>
          <a:fontRef idx="minor">
            <a:schemeClr val="tx1"/>
          </a:fontRef>
        </p:style>
      </p:cxnSp>
      <p:cxnSp>
        <p:nvCxnSpPr>
          <p:cNvPr id="15" name="Прямая со стрелкой 14">
            <a:extLst>
              <a:ext uri="{FF2B5EF4-FFF2-40B4-BE49-F238E27FC236}">
                <a16:creationId xmlns:a16="http://schemas.microsoft.com/office/drawing/2014/main" id="{DABD7FA6-1BF1-456D-7503-8895C30FBE76}"/>
              </a:ext>
            </a:extLst>
          </p:cNvPr>
          <p:cNvCxnSpPr/>
          <p:nvPr/>
        </p:nvCxnSpPr>
        <p:spPr>
          <a:xfrm>
            <a:off x="5854700" y="5130800"/>
            <a:ext cx="1219200" cy="0"/>
          </a:xfrm>
          <a:prstGeom prst="straightConnector1">
            <a:avLst/>
          </a:prstGeom>
          <a:ln w="20320">
            <a:solidFill>
              <a:srgbClr val="17624E"/>
            </a:solidFill>
            <a:tailEnd type="arrow"/>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DAD0563D-F98E-B5F9-F57F-7F4EB6EB100D}"/>
              </a:ext>
            </a:extLst>
          </p:cNvPr>
          <p:cNvSpPr txBox="1"/>
          <p:nvPr/>
        </p:nvSpPr>
        <p:spPr>
          <a:xfrm>
            <a:off x="609600" y="5968999"/>
            <a:ext cx="10972800" cy="431800"/>
          </a:xfrm>
          <a:prstGeom prst="rect">
            <a:avLst/>
          </a:prstGeom>
          <a:noFill/>
        </p:spPr>
        <p:txBody>
          <a:bodyPr vert="horz" wrap="square" lIns="0" tIns="0" rIns="0" bIns="0" rtlCol="0" anchor="t">
            <a:noAutofit/>
          </a:bodyPr>
          <a:lstStyle/>
          <a:p>
            <a:r>
              <a:rPr lang="ru-RU" sz="1900">
                <a:solidFill>
                  <a:srgbClr val="5B6D66"/>
                </a:solidFill>
                <a:latin typeface="Arial Nova" panose="020B0504020202020204" pitchFamily="34" charset="0"/>
              </a:rPr>
              <a:t>Swagger описывает API. Docker Compose запускает три сервиса.</a:t>
            </a:r>
          </a:p>
        </p:txBody>
      </p:sp>
    </p:spTree>
    <p:extLst>
      <p:ext uri="{BB962C8B-B14F-4D97-AF65-F5344CB8AC3E}">
        <p14:creationId xmlns:p14="http://schemas.microsoft.com/office/powerpoint/2010/main" val="20216024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B37428-19B5-AB2A-4B19-D9DC3F90AE39}"/>
              </a:ext>
            </a:extLst>
          </p:cNvPr>
          <p:cNvSpPr txBox="1"/>
          <p:nvPr/>
        </p:nvSpPr>
        <p:spPr>
          <a:xfrm>
            <a:off x="609600" y="482599"/>
            <a:ext cx="10972800" cy="990600"/>
          </a:xfrm>
          <a:prstGeom prst="rect">
            <a:avLst/>
          </a:prstGeom>
          <a:noFill/>
        </p:spPr>
        <p:txBody>
          <a:bodyPr vert="horz" wrap="square" lIns="0" tIns="0" rIns="0" bIns="0" rtlCol="0" anchor="t">
            <a:noAutofit/>
          </a:bodyPr>
          <a:lstStyle/>
          <a:p>
            <a:r>
              <a:rPr lang="ru-RU" sz="3200" b="1">
                <a:solidFill>
                  <a:srgbClr val="123F36"/>
                </a:solidFill>
                <a:latin typeface="Arial Nova" panose="020B0504020202020204" pitchFamily="34" charset="0"/>
              </a:rPr>
              <a:t>Правила интеграции с Банком России</a:t>
            </a:r>
          </a:p>
        </p:txBody>
      </p:sp>
      <p:sp>
        <p:nvSpPr>
          <p:cNvPr id="3" name="TextBox 2">
            <a:extLst>
              <a:ext uri="{FF2B5EF4-FFF2-40B4-BE49-F238E27FC236}">
                <a16:creationId xmlns:a16="http://schemas.microsoft.com/office/drawing/2014/main" id="{E122C7D8-293C-4431-1EA6-3AE09CE3C0F7}"/>
              </a:ext>
            </a:extLst>
          </p:cNvPr>
          <p:cNvSpPr txBox="1"/>
          <p:nvPr/>
        </p:nvSpPr>
        <p:spPr>
          <a:xfrm>
            <a:off x="11366500" y="6489700"/>
            <a:ext cx="304800" cy="228600"/>
          </a:xfrm>
          <a:prstGeom prst="rect">
            <a:avLst/>
          </a:prstGeom>
          <a:noFill/>
        </p:spPr>
        <p:txBody>
          <a:bodyPr vert="horz" wrap="square" lIns="0" tIns="0" rIns="0" bIns="0" rtlCol="0" anchor="t">
            <a:noAutofit/>
          </a:bodyPr>
          <a:lstStyle/>
          <a:p>
            <a:pPr algn="r"/>
            <a:r>
              <a:rPr lang="ru-RU" sz="1100">
                <a:solidFill>
                  <a:srgbClr val="5B6D66"/>
                </a:solidFill>
                <a:latin typeface="Arial Nova" panose="020B0504020202020204" pitchFamily="34" charset="0"/>
              </a:rPr>
              <a:t>5</a:t>
            </a:r>
          </a:p>
        </p:txBody>
      </p:sp>
      <p:sp>
        <p:nvSpPr>
          <p:cNvPr id="4" name="TextBox 3">
            <a:extLst>
              <a:ext uri="{FF2B5EF4-FFF2-40B4-BE49-F238E27FC236}">
                <a16:creationId xmlns:a16="http://schemas.microsoft.com/office/drawing/2014/main" id="{D5143BBD-B027-CFED-E9B6-C617562FA91E}"/>
              </a:ext>
            </a:extLst>
          </p:cNvPr>
          <p:cNvSpPr txBox="1"/>
          <p:nvPr/>
        </p:nvSpPr>
        <p:spPr>
          <a:xfrm>
            <a:off x="609600" y="1549399"/>
            <a:ext cx="10972800" cy="660400"/>
          </a:xfrm>
          <a:prstGeom prst="rect">
            <a:avLst/>
          </a:prstGeom>
          <a:noFill/>
        </p:spPr>
        <p:txBody>
          <a:bodyPr vert="horz" wrap="square" lIns="0" tIns="0" rIns="0" bIns="0" rtlCol="0" anchor="t">
            <a:noAutofit/>
          </a:bodyPr>
          <a:lstStyle/>
          <a:p>
            <a:r>
              <a:rPr lang="ru-RU" sz="2200">
                <a:solidFill>
                  <a:srgbClr val="5B6D66"/>
                </a:solidFill>
                <a:latin typeface="Arial Nova" panose="020B0504020202020204" pitchFamily="34" charset="0"/>
              </a:rPr>
              <a:t>Шесть метрик и четыре территориальных разреза</a:t>
            </a:r>
          </a:p>
        </p:txBody>
      </p:sp>
      <p:sp>
        <p:nvSpPr>
          <p:cNvPr id="5" name="TextBox 4">
            <a:extLst>
              <a:ext uri="{FF2B5EF4-FFF2-40B4-BE49-F238E27FC236}">
                <a16:creationId xmlns:a16="http://schemas.microsoft.com/office/drawing/2014/main" id="{499886B7-9D2F-20F9-864C-3A26B7DD3E2D}"/>
              </a:ext>
            </a:extLst>
          </p:cNvPr>
          <p:cNvSpPr txBox="1"/>
          <p:nvPr/>
        </p:nvSpPr>
        <p:spPr>
          <a:xfrm>
            <a:off x="609600" y="2793999"/>
            <a:ext cx="5080000" cy="533400"/>
          </a:xfrm>
          <a:prstGeom prst="rect">
            <a:avLst/>
          </a:prstGeom>
          <a:noFill/>
        </p:spPr>
        <p:txBody>
          <a:bodyPr vert="horz" wrap="square" lIns="0" tIns="0" rIns="0" bIns="0" rtlCol="0" anchor="t">
            <a:noAutofit/>
          </a:bodyPr>
          <a:lstStyle/>
          <a:p>
            <a:r>
              <a:rPr lang="ru-RU" sz="2500" b="1">
                <a:solidFill>
                  <a:srgbClr val="123F36"/>
                </a:solidFill>
                <a:latin typeface="Arial Nova" panose="020B0504020202020204" pitchFamily="34" charset="0"/>
              </a:rPr>
              <a:t>Выдачи за январь</a:t>
            </a:r>
          </a:p>
        </p:txBody>
      </p:sp>
      <p:sp>
        <p:nvSpPr>
          <p:cNvPr id="6" name="TextBox 5">
            <a:extLst>
              <a:ext uri="{FF2B5EF4-FFF2-40B4-BE49-F238E27FC236}">
                <a16:creationId xmlns:a16="http://schemas.microsoft.com/office/drawing/2014/main" id="{46382343-EB51-B3DD-7170-4FFB1FE3CB34}"/>
              </a:ext>
            </a:extLst>
          </p:cNvPr>
          <p:cNvSpPr txBox="1"/>
          <p:nvPr/>
        </p:nvSpPr>
        <p:spPr>
          <a:xfrm>
            <a:off x="609600" y="3479799"/>
            <a:ext cx="5080000" cy="444500"/>
          </a:xfrm>
          <a:prstGeom prst="rect">
            <a:avLst/>
          </a:prstGeom>
          <a:noFill/>
        </p:spPr>
        <p:txBody>
          <a:bodyPr vert="horz" wrap="square" lIns="0" tIns="0" rIns="0" bIns="0" rtlCol="0" anchor="t">
            <a:noAutofit/>
          </a:bodyPr>
          <a:lstStyle/>
          <a:p>
            <a:r>
              <a:rPr lang="ru-RU" sz="1900">
                <a:solidFill>
                  <a:srgbClr val="5B6D66"/>
                </a:solidFill>
                <a:latin typeface="Arial Nova" panose="020B0504020202020204" pitchFamily="34" charset="0"/>
              </a:rPr>
              <a:t>Техническая дата: 01.02.2026</a:t>
            </a:r>
          </a:p>
        </p:txBody>
      </p:sp>
      <p:sp>
        <p:nvSpPr>
          <p:cNvPr id="7" name="TextBox 6">
            <a:extLst>
              <a:ext uri="{FF2B5EF4-FFF2-40B4-BE49-F238E27FC236}">
                <a16:creationId xmlns:a16="http://schemas.microsoft.com/office/drawing/2014/main" id="{AAC39F1C-5CE7-4F40-2904-AC2E8209ABE3}"/>
              </a:ext>
            </a:extLst>
          </p:cNvPr>
          <p:cNvSpPr txBox="1"/>
          <p:nvPr/>
        </p:nvSpPr>
        <p:spPr>
          <a:xfrm>
            <a:off x="609600" y="4063999"/>
            <a:ext cx="5080000" cy="533400"/>
          </a:xfrm>
          <a:prstGeom prst="rect">
            <a:avLst/>
          </a:prstGeom>
          <a:noFill/>
        </p:spPr>
        <p:txBody>
          <a:bodyPr vert="horz" wrap="square" lIns="0" tIns="0" rIns="0" bIns="0" rtlCol="0" anchor="t">
            <a:noAutofit/>
          </a:bodyPr>
          <a:lstStyle/>
          <a:p>
            <a:r>
              <a:rPr lang="ru-RU" sz="2300" b="1">
                <a:solidFill>
                  <a:srgbClr val="17624E"/>
                </a:solidFill>
                <a:latin typeface="Arial Nova" panose="020B0504020202020204" pitchFamily="34" charset="0"/>
              </a:rPr>
              <a:t>Отчётный месяц: 2026-01</a:t>
            </a:r>
          </a:p>
        </p:txBody>
      </p:sp>
      <p:sp>
        <p:nvSpPr>
          <p:cNvPr id="8" name="TextBox 7">
            <a:extLst>
              <a:ext uri="{FF2B5EF4-FFF2-40B4-BE49-F238E27FC236}">
                <a16:creationId xmlns:a16="http://schemas.microsoft.com/office/drawing/2014/main" id="{A6529F39-414B-2C59-90EF-20C8FDF66FBA}"/>
              </a:ext>
            </a:extLst>
          </p:cNvPr>
          <p:cNvSpPr txBox="1"/>
          <p:nvPr/>
        </p:nvSpPr>
        <p:spPr>
          <a:xfrm>
            <a:off x="6527800" y="2793999"/>
            <a:ext cx="5054600" cy="533400"/>
          </a:xfrm>
          <a:prstGeom prst="rect">
            <a:avLst/>
          </a:prstGeom>
          <a:noFill/>
        </p:spPr>
        <p:txBody>
          <a:bodyPr vert="horz" wrap="square" lIns="0" tIns="0" rIns="0" bIns="0" rtlCol="0" anchor="t">
            <a:noAutofit/>
          </a:bodyPr>
          <a:lstStyle/>
          <a:p>
            <a:r>
              <a:rPr lang="ru-RU" sz="2500" b="1">
                <a:solidFill>
                  <a:srgbClr val="123F36"/>
                </a:solidFill>
                <a:latin typeface="Arial Nova" panose="020B0504020202020204" pitchFamily="34" charset="0"/>
              </a:rPr>
              <a:t>Остаток на 1 февраля</a:t>
            </a:r>
          </a:p>
        </p:txBody>
      </p:sp>
      <p:sp>
        <p:nvSpPr>
          <p:cNvPr id="9" name="TextBox 8">
            <a:extLst>
              <a:ext uri="{FF2B5EF4-FFF2-40B4-BE49-F238E27FC236}">
                <a16:creationId xmlns:a16="http://schemas.microsoft.com/office/drawing/2014/main" id="{D3E1F5E6-563D-06AF-56A9-C8C60B74A187}"/>
              </a:ext>
            </a:extLst>
          </p:cNvPr>
          <p:cNvSpPr txBox="1"/>
          <p:nvPr/>
        </p:nvSpPr>
        <p:spPr>
          <a:xfrm>
            <a:off x="6527800" y="3479799"/>
            <a:ext cx="5054600" cy="444500"/>
          </a:xfrm>
          <a:prstGeom prst="rect">
            <a:avLst/>
          </a:prstGeom>
          <a:noFill/>
        </p:spPr>
        <p:txBody>
          <a:bodyPr vert="horz" wrap="square" lIns="0" tIns="0" rIns="0" bIns="0" rtlCol="0" anchor="t">
            <a:noAutofit/>
          </a:bodyPr>
          <a:lstStyle/>
          <a:p>
            <a:r>
              <a:rPr lang="ru-RU" sz="1900">
                <a:solidFill>
                  <a:srgbClr val="5B6D66"/>
                </a:solidFill>
                <a:latin typeface="Arial Nova" panose="020B0504020202020204" pitchFamily="34" charset="0"/>
              </a:rPr>
              <a:t>Состояние на конец января</a:t>
            </a:r>
          </a:p>
        </p:txBody>
      </p:sp>
      <p:sp>
        <p:nvSpPr>
          <p:cNvPr id="10" name="TextBox 9">
            <a:extLst>
              <a:ext uri="{FF2B5EF4-FFF2-40B4-BE49-F238E27FC236}">
                <a16:creationId xmlns:a16="http://schemas.microsoft.com/office/drawing/2014/main" id="{F6C33C74-C988-7DDB-76F8-435157AA9E0A}"/>
              </a:ext>
            </a:extLst>
          </p:cNvPr>
          <p:cNvSpPr txBox="1"/>
          <p:nvPr/>
        </p:nvSpPr>
        <p:spPr>
          <a:xfrm>
            <a:off x="6527800" y="4063999"/>
            <a:ext cx="5054600" cy="533400"/>
          </a:xfrm>
          <a:prstGeom prst="rect">
            <a:avLst/>
          </a:prstGeom>
          <a:noFill/>
        </p:spPr>
        <p:txBody>
          <a:bodyPr vert="horz" wrap="square" lIns="0" tIns="0" rIns="0" bIns="0" rtlCol="0" anchor="t">
            <a:noAutofit/>
          </a:bodyPr>
          <a:lstStyle/>
          <a:p>
            <a:r>
              <a:rPr lang="ru-RU" sz="2300" b="1">
                <a:solidFill>
                  <a:srgbClr val="17624E"/>
                </a:solidFill>
                <a:latin typeface="Arial Nova" panose="020B0504020202020204" pitchFamily="34" charset="0"/>
              </a:rPr>
              <a:t>Исходная дата сохранена</a:t>
            </a:r>
          </a:p>
        </p:txBody>
      </p:sp>
      <p:sp>
        <p:nvSpPr>
          <p:cNvPr id="11" name="TextBox 10">
            <a:extLst>
              <a:ext uri="{FF2B5EF4-FFF2-40B4-BE49-F238E27FC236}">
                <a16:creationId xmlns:a16="http://schemas.microsoft.com/office/drawing/2014/main" id="{03ED50CE-F310-0D02-4F77-F9AA0847097D}"/>
              </a:ext>
            </a:extLst>
          </p:cNvPr>
          <p:cNvSpPr txBox="1"/>
          <p:nvPr/>
        </p:nvSpPr>
        <p:spPr>
          <a:xfrm>
            <a:off x="609600" y="5206999"/>
            <a:ext cx="10972800" cy="508000"/>
          </a:xfrm>
          <a:prstGeom prst="rect">
            <a:avLst/>
          </a:prstGeom>
          <a:noFill/>
        </p:spPr>
        <p:txBody>
          <a:bodyPr vert="horz" wrap="square" lIns="0" tIns="0" rIns="0" bIns="0" rtlCol="0" anchor="t">
            <a:noAutofit/>
          </a:bodyPr>
          <a:lstStyle/>
          <a:p>
            <a:r>
              <a:rPr lang="ru-RU" sz="2400" dirty="0">
                <a:latin typeface="Arial Nova" panose="020B0504020202020204" pitchFamily="34" charset="0"/>
              </a:rPr>
              <a:t>Используется только рублёвый разрез</a:t>
            </a:r>
            <a:endParaRPr lang="ru-RU" sz="2200" dirty="0">
              <a:solidFill>
                <a:srgbClr val="192F29"/>
              </a:solidFill>
              <a:latin typeface="Arial Nova" panose="020B0504020202020204" pitchFamily="34" charset="0"/>
            </a:endParaRPr>
          </a:p>
        </p:txBody>
      </p:sp>
      <p:sp>
        <p:nvSpPr>
          <p:cNvPr id="12" name="TextBox 11">
            <a:extLst>
              <a:ext uri="{FF2B5EF4-FFF2-40B4-BE49-F238E27FC236}">
                <a16:creationId xmlns:a16="http://schemas.microsoft.com/office/drawing/2014/main" id="{E681EA4E-EDC0-2D82-6203-B7A8BC405ECC}"/>
              </a:ext>
            </a:extLst>
          </p:cNvPr>
          <p:cNvSpPr txBox="1"/>
          <p:nvPr/>
        </p:nvSpPr>
        <p:spPr>
          <a:xfrm>
            <a:off x="609600" y="5778499"/>
            <a:ext cx="10972800" cy="508000"/>
          </a:xfrm>
          <a:prstGeom prst="rect">
            <a:avLst/>
          </a:prstGeom>
          <a:noFill/>
        </p:spPr>
        <p:txBody>
          <a:bodyPr vert="horz" wrap="square" lIns="0" tIns="0" rIns="0" bIns="0" rtlCol="0" anchor="t">
            <a:noAutofit/>
          </a:bodyPr>
          <a:lstStyle/>
          <a:p>
            <a:r>
              <a:rPr lang="ru-RU" sz="2200">
                <a:solidFill>
                  <a:srgbClr val="192F29"/>
                </a:solidFill>
                <a:latin typeface="Arial Nova" panose="020B0504020202020204" pitchFamily="34" charset="0"/>
              </a:rPr>
              <a:t>Суммы: млн ₽ × 1 000 000 = ₽</a:t>
            </a:r>
          </a:p>
        </p:txBody>
      </p:sp>
    </p:spTree>
    <p:extLst>
      <p:ext uri="{BB962C8B-B14F-4D97-AF65-F5344CB8AC3E}">
        <p14:creationId xmlns:p14="http://schemas.microsoft.com/office/powerpoint/2010/main" val="11406662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34B08CB-4081-5D5A-FC6F-7643A85884DA}"/>
            </a:ext>
          </a:extLst>
        </p:cNvPr>
        <p:cNvGrpSpPr/>
        <p:nvPr/>
      </p:nvGrpSpPr>
      <p:grpSpPr>
        <a:xfrm>
          <a:off x="0" y="0"/>
          <a:ext cx="0" cy="0"/>
          <a:chOff x="0" y="0"/>
          <a:chExt cx="0" cy="0"/>
        </a:xfrm>
      </p:grpSpPr>
      <p:pic>
        <p:nvPicPr>
          <p:cNvPr id="15" name="Рисунок 14">
            <a:extLst>
              <a:ext uri="{FF2B5EF4-FFF2-40B4-BE49-F238E27FC236}">
                <a16:creationId xmlns:a16="http://schemas.microsoft.com/office/drawing/2014/main" id="{2E5AE771-9D7F-E1DE-4B74-E46A73F9A4DB}"/>
              </a:ext>
            </a:extLst>
          </p:cNvPr>
          <p:cNvPicPr>
            <a:picLocks noChangeAspect="1"/>
          </p:cNvPicPr>
          <p:nvPr/>
        </p:nvPicPr>
        <p:blipFill>
          <a:blip r:embed="rId3"/>
          <a:stretch>
            <a:fillRect/>
          </a:stretch>
        </p:blipFill>
        <p:spPr>
          <a:xfrm>
            <a:off x="126423" y="1141463"/>
            <a:ext cx="11939154" cy="5679973"/>
          </a:xfrm>
          <a:prstGeom prst="rect">
            <a:avLst/>
          </a:prstGeom>
          <a:ln>
            <a:solidFill>
              <a:schemeClr val="tx1"/>
            </a:solidFill>
          </a:ln>
        </p:spPr>
      </p:pic>
      <p:sp>
        <p:nvSpPr>
          <p:cNvPr id="2" name="TextBox 1">
            <a:extLst>
              <a:ext uri="{FF2B5EF4-FFF2-40B4-BE49-F238E27FC236}">
                <a16:creationId xmlns:a16="http://schemas.microsoft.com/office/drawing/2014/main" id="{99792A4C-5A9F-2FB7-E1C5-06C2119A9DB7}"/>
              </a:ext>
            </a:extLst>
          </p:cNvPr>
          <p:cNvSpPr txBox="1"/>
          <p:nvPr/>
        </p:nvSpPr>
        <p:spPr>
          <a:xfrm>
            <a:off x="609600" y="482599"/>
            <a:ext cx="10972800" cy="990600"/>
          </a:xfrm>
          <a:prstGeom prst="rect">
            <a:avLst/>
          </a:prstGeom>
          <a:noFill/>
        </p:spPr>
        <p:txBody>
          <a:bodyPr vert="horz" wrap="square" lIns="0" tIns="0" rIns="0" bIns="0" rtlCol="0" anchor="t">
            <a:noAutofit/>
          </a:bodyPr>
          <a:lstStyle/>
          <a:p>
            <a:r>
              <a:rPr lang="en-US" sz="3200" b="1">
                <a:solidFill>
                  <a:srgbClr val="123F36"/>
                </a:solidFill>
                <a:latin typeface="Arial Nova" panose="020B0504020202020204" pitchFamily="34" charset="0"/>
              </a:rPr>
              <a:t>Dashboard </a:t>
            </a:r>
            <a:r>
              <a:rPr lang="ru-RU" sz="3200" b="1">
                <a:solidFill>
                  <a:srgbClr val="123F36"/>
                </a:solidFill>
                <a:latin typeface="Arial Nova" panose="020B0504020202020204" pitchFamily="34" charset="0"/>
              </a:rPr>
              <a:t>и аналитика</a:t>
            </a:r>
          </a:p>
        </p:txBody>
      </p:sp>
      <p:sp>
        <p:nvSpPr>
          <p:cNvPr id="3" name="TextBox 2">
            <a:extLst>
              <a:ext uri="{FF2B5EF4-FFF2-40B4-BE49-F238E27FC236}">
                <a16:creationId xmlns:a16="http://schemas.microsoft.com/office/drawing/2014/main" id="{67160CD0-9FD8-33EE-5790-D95BF94215FE}"/>
              </a:ext>
            </a:extLst>
          </p:cNvPr>
          <p:cNvSpPr txBox="1"/>
          <p:nvPr/>
        </p:nvSpPr>
        <p:spPr>
          <a:xfrm>
            <a:off x="11625470" y="253999"/>
            <a:ext cx="304800" cy="228600"/>
          </a:xfrm>
          <a:prstGeom prst="rect">
            <a:avLst/>
          </a:prstGeom>
          <a:noFill/>
        </p:spPr>
        <p:txBody>
          <a:bodyPr vert="horz" wrap="square" lIns="0" tIns="0" rIns="0" bIns="0" rtlCol="0" anchor="t">
            <a:noAutofit/>
          </a:bodyPr>
          <a:lstStyle/>
          <a:p>
            <a:pPr algn="r"/>
            <a:r>
              <a:rPr lang="ru-RU" sz="1100" dirty="0">
                <a:solidFill>
                  <a:srgbClr val="5B6D66"/>
                </a:solidFill>
                <a:latin typeface="Arial Nova" panose="020B0504020202020204" pitchFamily="34" charset="0"/>
              </a:rPr>
              <a:t>6</a:t>
            </a:r>
          </a:p>
        </p:txBody>
      </p:sp>
    </p:spTree>
    <p:extLst>
      <p:ext uri="{BB962C8B-B14F-4D97-AF65-F5344CB8AC3E}">
        <p14:creationId xmlns:p14="http://schemas.microsoft.com/office/powerpoint/2010/main" val="35405974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95107A5-924C-31FA-94D9-0E8E5BB507AA}"/>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D934F908-D436-E718-1C47-3FB691C54FC2}"/>
              </a:ext>
            </a:extLst>
          </p:cNvPr>
          <p:cNvPicPr>
            <a:picLocks noChangeAspect="1"/>
          </p:cNvPicPr>
          <p:nvPr/>
        </p:nvPicPr>
        <p:blipFill>
          <a:blip r:embed="rId3"/>
          <a:stretch>
            <a:fillRect/>
          </a:stretch>
        </p:blipFill>
        <p:spPr>
          <a:xfrm>
            <a:off x="152400" y="1069244"/>
            <a:ext cx="11887200" cy="5649056"/>
          </a:xfrm>
          <a:prstGeom prst="rect">
            <a:avLst/>
          </a:prstGeom>
          <a:ln>
            <a:solidFill>
              <a:schemeClr val="tx1"/>
            </a:solidFill>
          </a:ln>
        </p:spPr>
      </p:pic>
      <p:sp>
        <p:nvSpPr>
          <p:cNvPr id="2" name="TextBox 1">
            <a:extLst>
              <a:ext uri="{FF2B5EF4-FFF2-40B4-BE49-F238E27FC236}">
                <a16:creationId xmlns:a16="http://schemas.microsoft.com/office/drawing/2014/main" id="{2E339E64-967D-4DA8-EAA0-DB5777FEC16D}"/>
              </a:ext>
            </a:extLst>
          </p:cNvPr>
          <p:cNvSpPr txBox="1"/>
          <p:nvPr/>
        </p:nvSpPr>
        <p:spPr>
          <a:xfrm>
            <a:off x="609600" y="482599"/>
            <a:ext cx="10972800" cy="990600"/>
          </a:xfrm>
          <a:prstGeom prst="rect">
            <a:avLst/>
          </a:prstGeom>
          <a:noFill/>
        </p:spPr>
        <p:txBody>
          <a:bodyPr vert="horz" wrap="square" lIns="0" tIns="0" rIns="0" bIns="0" rtlCol="0" anchor="t">
            <a:noAutofit/>
          </a:bodyPr>
          <a:lstStyle/>
          <a:p>
            <a:r>
              <a:rPr lang="en-US" sz="3200" b="1">
                <a:solidFill>
                  <a:srgbClr val="123F36"/>
                </a:solidFill>
                <a:latin typeface="Arial Nova" panose="020B0504020202020204" pitchFamily="34" charset="0"/>
              </a:rPr>
              <a:t>Dashboard </a:t>
            </a:r>
            <a:r>
              <a:rPr lang="ru-RU" sz="3200" b="1">
                <a:solidFill>
                  <a:srgbClr val="123F36"/>
                </a:solidFill>
                <a:latin typeface="Arial Nova" panose="020B0504020202020204" pitchFamily="34" charset="0"/>
              </a:rPr>
              <a:t>и аналитика</a:t>
            </a:r>
          </a:p>
        </p:txBody>
      </p:sp>
      <p:sp>
        <p:nvSpPr>
          <p:cNvPr id="3" name="TextBox 2">
            <a:extLst>
              <a:ext uri="{FF2B5EF4-FFF2-40B4-BE49-F238E27FC236}">
                <a16:creationId xmlns:a16="http://schemas.microsoft.com/office/drawing/2014/main" id="{C8F6E40B-4D4D-06F7-7877-504F8E472041}"/>
              </a:ext>
            </a:extLst>
          </p:cNvPr>
          <p:cNvSpPr txBox="1"/>
          <p:nvPr/>
        </p:nvSpPr>
        <p:spPr>
          <a:xfrm>
            <a:off x="11582400" y="253999"/>
            <a:ext cx="304800" cy="228600"/>
          </a:xfrm>
          <a:prstGeom prst="rect">
            <a:avLst/>
          </a:prstGeom>
          <a:noFill/>
        </p:spPr>
        <p:txBody>
          <a:bodyPr vert="horz" wrap="square" lIns="0" tIns="0" rIns="0" bIns="0" rtlCol="0" anchor="t">
            <a:noAutofit/>
          </a:bodyPr>
          <a:lstStyle/>
          <a:p>
            <a:pPr algn="r"/>
            <a:r>
              <a:rPr lang="ru-RU" sz="1100" dirty="0">
                <a:solidFill>
                  <a:srgbClr val="5B6D66"/>
                </a:solidFill>
                <a:latin typeface="Arial Nova" panose="020B0504020202020204" pitchFamily="34" charset="0"/>
              </a:rPr>
              <a:t>7</a:t>
            </a:r>
          </a:p>
        </p:txBody>
      </p:sp>
    </p:spTree>
    <p:extLst>
      <p:ext uri="{BB962C8B-B14F-4D97-AF65-F5344CB8AC3E}">
        <p14:creationId xmlns:p14="http://schemas.microsoft.com/office/powerpoint/2010/main" val="3346310636"/>
      </p:ext>
    </p:extLst>
  </p:cSld>
  <p:clrMapOvr>
    <a:masterClrMapping/>
  </p:clrMapOvr>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a:effectLst/>
      </p:bgPr>
    </p:bg>
    <p:spTree>
      <p:nvGrpSpPr>
        <p:cNvPr id="1" name="">
          <a:extLst>
            <a:ext uri="{FF2B5EF4-FFF2-40B4-BE49-F238E27FC236}">
              <ns2:creationId id="{7CD4FB27-50A2-C3AF-8D21-1894FD821D05}"/>
            </a:ext>
          </a:extLst>
        </p:cNvPr>
        <p:cNvGrpSpPr/>
        <p:nvPr/>
      </p:nvGrpSpPr>
      <p:grpSpPr>
        <a:xfrm>
          <a:off x="0" y="0"/>
          <a:ext cx="0" cy="0"/>
          <a:chOff x="0" y="0"/>
          <a:chExt cx="0" cy="0"/>
        </a:xfrm>
      </p:grpSpPr>
      <p:sp>
        <p:nvSpPr>
          <p:cNvPr id="2" name="TextBox 1">
            <a:extLst>
              <a:ext uri="{FF2B5EF4-FFF2-40B4-BE49-F238E27FC236}">
                <ns2:creationId id="{828DC366-5EBB-0810-0397-9EACFCC98D0E}"/>
              </a:ext>
            </a:extLst>
          </p:cNvPr>
          <p:cNvSpPr txBox="1"/>
          <p:nvPr/>
        </p:nvSpPr>
        <p:spPr>
          <a:xfrm>
            <a:off x="609600" y="482599"/>
            <a:ext cx="10972800" cy="990600"/>
          </a:xfrm>
          <a:prstGeom prst="rect">
            <a:avLst/>
          </a:prstGeom>
          <a:noFill/>
        </p:spPr>
        <p:txBody>
          <a:bodyPr vert="horz" wrap="square" lIns="0" tIns="0" rIns="0" bIns="0" rtlCol="0" anchor="t">
            <a:noAutofit/>
          </a:bodyPr>
          <a:lstStyle/>
          <a:p>
            <a:r>
              <a:rPr lang="en-US" sz="3200" b="1">
                <a:solidFill>
                  <a:srgbClr val="123F36"/>
                </a:solidFill>
                <a:latin typeface="Arial Nova" panose="020B0504020202020204" pitchFamily="34" charset="0"/>
              </a:rPr>
              <a:t>Dashboard </a:t>
            </a:r>
            <a:r>
              <a:rPr lang="ru-RU" sz="3200" b="1">
                <a:solidFill>
                  <a:srgbClr val="123F36"/>
                </a:solidFill>
                <a:latin typeface="Arial Nova" panose="020B0504020202020204" pitchFamily="34" charset="0"/>
              </a:rPr>
              <a:t>и аналитика</a:t>
            </a:r>
          </a:p>
        </p:txBody>
      </p:sp>
      <p:sp>
        <p:nvSpPr>
          <p:cNvPr id="3" name="TextBox 2">
            <a:extLst>
              <a:ext uri="{FF2B5EF4-FFF2-40B4-BE49-F238E27FC236}">
                <ns2:creationId id="{BCB66E2A-19D9-15E8-D746-4CCD20C112E1}"/>
              </a:ext>
            </a:extLst>
          </p:cNvPr>
          <p:cNvSpPr txBox="1"/>
          <p:nvPr/>
        </p:nvSpPr>
        <p:spPr>
          <a:xfrm>
            <a:off x="11366500" y="6489700"/>
            <a:ext cx="304800" cy="228600"/>
          </a:xfrm>
          <a:prstGeom prst="rect">
            <a:avLst/>
          </a:prstGeom>
          <a:noFill/>
        </p:spPr>
        <p:txBody>
          <a:bodyPr vert="horz" wrap="square" lIns="0" tIns="0" rIns="0" bIns="0" rtlCol="0" anchor="t">
            <a:noAutofit/>
          </a:bodyPr>
          <a:lstStyle/>
          <a:p>
            <a:pPr algn="r"/>
            <a:r>
              <a:rPr lang="ru-RU" sz="1100" dirty="0">
                <a:solidFill>
                  <a:srgbClr val="5B6D66"/>
                </a:solidFill>
                <a:latin typeface="Arial Nova" panose="020B0504020202020204" pitchFamily="34" charset="0"/>
              </a:rPr>
              <a:t>8</a:t>
            </a:r>
          </a:p>
        </p:txBody>
      </p:sp>
      <p:sp>
        <p:nvSpPr>
          <p:cNvPr id="4" name="TextBox 3">
            <a:extLst>
              <a:ext uri="{FF2B5EF4-FFF2-40B4-BE49-F238E27FC236}">
                <ns2:creationId id="{32360218-F602-E5CB-0A1B-0A0684AEB306}"/>
              </a:ext>
            </a:extLst>
          </p:cNvPr>
          <p:cNvSpPr txBox="1"/>
          <p:nvPr/>
        </p:nvSpPr>
        <p:spPr>
          <a:xfrm>
            <a:off x="609600" y="1549399"/>
            <a:ext cx="10972800" cy="444500"/>
          </a:xfrm>
          <a:prstGeom prst="rect">
            <a:avLst/>
          </a:prstGeom>
          <a:noFill/>
        </p:spPr>
        <p:txBody>
          <a:bodyPr vert="horz" wrap="square" lIns="0" tIns="0" rIns="0" bIns="0" rtlCol="0" anchor="t">
            <a:noAutofit/>
          </a:bodyPr>
          <a:lstStyle/>
          <a:p>
            <a:r>
              <a:rPr lang="ru-RU" sz="1900" dirty="0">
                <a:solidFill>
                  <a:srgbClr val="5B6D66"/>
                </a:solidFill>
                <a:latin typeface="Arial Nova" panose="020B0504020202020204" pitchFamily="34" charset="0"/>
              </a:rPr>
              <a:t>Пример данных: РФ, август 2026 · рублёвые выдачи</a:t>
            </a:r>
          </a:p>
        </p:txBody>
      </p:sp>
      <p:graphicFrame>
        <p:nvGraphicFramePr>
          <p:cNvPr id="5" name="Таблица 4">
            <a:extLst>
              <a:ext uri="{FF2B5EF4-FFF2-40B4-BE49-F238E27FC236}">
                <ns2:creationId id="{D0150DC7-9A0F-9BE3-684E-DC37D84D1141}"/>
              </a:ext>
            </a:extLst>
          </p:cNvPr>
          <p:cNvGraphicFramePr>
            <a:graphicFrameLocks noGrp="1"/>
          </p:cNvGraphicFramePr>
          <p:nvPr/>
        </p:nvGraphicFramePr>
        <p:xfrm>
          <a:off x="609600" y="2362200"/>
          <a:ext cx="6604000" cy="2971800"/>
        </p:xfrm>
        <a:graphic>
          <a:graphicData uri="http://schemas.openxmlformats.org/drawingml/2006/table">
            <a:tbl>
              <a:tblPr firstRow="1" bandRow="1">
                <a:tableStyleId>{5C22544A-7EE6-4342-B048-85BDC9FD1C3A}</a:tableStyleId>
              </a:tblPr>
              <a:tblGrid>
                <a:gridCol w="3492500">
                  <a:extLst>
                    <a:ext uri="{9D8B030D-6E8A-4147-A177-3AD203B41FA5}">
                      <ns2:colId val="659392432"/>
                    </a:ext>
                  </a:extLst>
                </a:gridCol>
                <a:gridCol w="3111500">
                  <a:extLst>
                    <a:ext uri="{9D8B030D-6E8A-4147-A177-3AD203B41FA5}">
                      <ns2:colId val="3205994539"/>
                    </a:ext>
                  </a:extLst>
                </a:gridCol>
              </a:tblGrid>
              <a:tr h="594360">
                <a:tc>
                  <a:txBody>
                    <a:bodyPr/>
                    <a:lstStyle/>
                    <a:p>
                      <a:pPr algn="l">
                        <a:spcBef>
                          <a:spcPts val="0"/>
                        </a:spcBef>
                        <a:spcAft>
                          <a:spcPts val="0"/>
                        </a:spcAft>
                        <a:buFontTx/>
                        <a:buNone/>
                      </a:pPr>
                      <a:r>
                        <a:rPr lang="ru-RU" sz="1900" b="1">
                          <a:solidFill>
                            <a:srgbClr val="FFFFFF"/>
                          </a:solidFill>
                          <a:latin typeface="Arial" panose="020B0604020202020204" pitchFamily="34" charset="0"/>
                        </a:rPr>
                        <a:t>Показатель</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624E"/>
                    </a:solidFill>
                  </a:tcPr>
                </a:tc>
                <a:tc>
                  <a:txBody>
                    <a:bodyPr/>
                    <a:lstStyle/>
                    <a:p>
                      <a:pPr algn="l">
                        <a:spcBef>
                          <a:spcPts val="0"/>
                        </a:spcBef>
                        <a:spcAft>
                          <a:spcPts val="0"/>
                        </a:spcAft>
                        <a:buFontTx/>
                        <a:buNone/>
                      </a:pPr>
                      <a:r>
                        <a:rPr lang="ru-RU" sz="1900" b="1">
                          <a:solidFill>
                            <a:srgbClr val="FFFFFF"/>
                          </a:solidFill>
                          <a:latin typeface="Arial" panose="020B0604020202020204" pitchFamily="34" charset="0"/>
                        </a:rPr>
                        <a:t>Значение</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624E"/>
                    </a:solidFill>
                  </a:tcPr>
                </a:tc>
                <a:extLst>
                  <a:ext uri="{0D108BD9-81ED-4DB2-BD59-A6C34878D82A}">
                    <ns2:rowId val="124668107"/>
                  </a:ext>
                </a:extLst>
              </a:tr>
              <a:tr h="594360">
                <a:tc>
                  <a:txBody>
                    <a:bodyPr/>
                    <a:lstStyle/>
                    <a:p>
                      <a:pPr algn="l">
                        <a:spcBef>
                          <a:spcPts val="0"/>
                        </a:spcBef>
                        <a:spcAft>
                          <a:spcPts val="0"/>
                        </a:spcAft>
                        <a:buFontTx/>
                        <a:buNone/>
                      </a:pPr>
                      <a:r>
                        <a:rPr lang="ru-RU" sz="1900" b="0">
                          <a:solidFill>
                            <a:srgbClr val="192F29"/>
                          </a:solidFill>
                          <a:latin typeface="Arial" panose="020B0604020202020204" pitchFamily="34" charset="0"/>
                        </a:rPr>
                        <a:t>Объём</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5F8F6"/>
                    </a:solidFill>
                  </a:tcPr>
                </a:tc>
                <a:tc>
                  <a:txBody>
                    <a:bodyPr/>
                    <a:lstStyle/>
                    <a:p>
                      <a:pPr algn="l">
                        <a:spcBef>
                          <a:spcPts val="0"/>
                        </a:spcBef>
                        <a:spcAft>
                          <a:spcPts val="0"/>
                        </a:spcAft>
                        <a:buFontTx/>
                        <a:buNone/>
                      </a:pPr>
                      <a:r>
                        <a:rPr lang="ru-RU" sz="1900" b="0">
                          <a:solidFill>
                            <a:srgbClr val="192F29"/>
                          </a:solidFill>
                          <a:latin typeface="Arial" panose="020B0604020202020204" pitchFamily="34" charset="0"/>
                        </a:rPr>
                        <a:t>380,633 млрд ₽</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5F8F6"/>
                    </a:solidFill>
                  </a:tcPr>
                </a:tc>
                <a:extLst>
                  <a:ext uri="{0D108BD9-81ED-4DB2-BD59-A6C34878D82A}">
                    <ns2:rowId val="3308551689"/>
                  </a:ext>
                </a:extLst>
              </a:tr>
              <a:tr h="594360">
                <a:tc>
                  <a:txBody>
                    <a:bodyPr/>
                    <a:lstStyle/>
                    <a:p>
                      <a:pPr algn="l">
                        <a:spcBef>
                          <a:spcPts val="0"/>
                        </a:spcBef>
                        <a:spcAft>
                          <a:spcPts val="0"/>
                        </a:spcAft>
                        <a:buFontTx/>
                        <a:buNone/>
                      </a:pPr>
                      <a:r>
                        <a:rPr lang="ru-RU" sz="1900" b="0">
                          <a:solidFill>
                            <a:srgbClr val="192F29"/>
                          </a:solidFill>
                          <a:latin typeface="Arial" panose="020B0604020202020204" pitchFamily="34" charset="0"/>
                        </a:rPr>
                        <a:t>Количество</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l">
                        <a:spcBef>
                          <a:spcPts val="0"/>
                        </a:spcBef>
                        <a:spcAft>
                          <a:spcPts val="0"/>
                        </a:spcAft>
                        <a:buFontTx/>
                        <a:buNone/>
                      </a:pPr>
                      <a:r>
                        <a:rPr lang="ru-RU" sz="1900" b="0">
                          <a:solidFill>
                            <a:srgbClr val="192F29"/>
                          </a:solidFill>
                          <a:latin typeface="Arial" panose="020B0604020202020204" pitchFamily="34" charset="0"/>
                        </a:rPr>
                        <a:t>86 447 шт.</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ns2:rowId val="209651451"/>
                  </a:ext>
                </a:extLst>
              </a:tr>
              <a:tr h="594360">
                <a:tc>
                  <a:txBody>
                    <a:bodyPr/>
                    <a:lstStyle/>
                    <a:p>
                      <a:pPr algn="l">
                        <a:spcBef>
                          <a:spcPts val="0"/>
                        </a:spcBef>
                        <a:spcAft>
                          <a:spcPts val="0"/>
                        </a:spcAft>
                        <a:buFontTx/>
                        <a:buNone/>
                      </a:pPr>
                      <a:r>
                        <a:rPr lang="ru-RU" sz="1900" b="0">
                          <a:solidFill>
                            <a:srgbClr val="192F29"/>
                          </a:solidFill>
                          <a:latin typeface="Arial" panose="020B0604020202020204" pitchFamily="34" charset="0"/>
                        </a:rPr>
                        <a:t>Средний срок</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5F8F6"/>
                    </a:solidFill>
                  </a:tcPr>
                </a:tc>
                <a:tc>
                  <a:txBody>
                    <a:bodyPr/>
                    <a:lstStyle/>
                    <a:p>
                      <a:pPr algn="l">
                        <a:spcBef>
                          <a:spcPts val="0"/>
                        </a:spcBef>
                        <a:spcAft>
                          <a:spcPts val="0"/>
                        </a:spcAft>
                        <a:buFontTx/>
                        <a:buNone/>
                      </a:pPr>
                      <a:r>
                        <a:rPr lang="ru-RU" sz="1900" b="0">
                          <a:solidFill>
                            <a:srgbClr val="192F29"/>
                          </a:solidFill>
                          <a:latin typeface="Arial" panose="020B0604020202020204" pitchFamily="34" charset="0"/>
                        </a:rPr>
                        <a:t>285,7 мес.</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5F8F6"/>
                    </a:solidFill>
                  </a:tcPr>
                </a:tc>
                <a:extLst>
                  <a:ext uri="{0D108BD9-81ED-4DB2-BD59-A6C34878D82A}">
                    <ns2:rowId val="112752849"/>
                  </a:ext>
                </a:extLst>
              </a:tr>
              <a:tr h="594360">
                <a:tc>
                  <a:txBody>
                    <a:bodyPr/>
                    <a:lstStyle/>
                    <a:p>
                      <a:pPr algn="l">
                        <a:spcBef>
                          <a:spcPts val="0"/>
                        </a:spcBef>
                        <a:spcAft>
                          <a:spcPts val="0"/>
                        </a:spcAft>
                        <a:buFontTx/>
                        <a:buNone/>
                      </a:pPr>
                      <a:r>
                        <a:rPr lang="ru-RU" sz="1900" b="0">
                          <a:solidFill>
                            <a:srgbClr val="192F29"/>
                          </a:solidFill>
                          <a:latin typeface="Arial" panose="020B0604020202020204" pitchFamily="34" charset="0"/>
                        </a:rPr>
                        <a:t>Средний кредит</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l">
                        <a:spcBef>
                          <a:spcPts val="0"/>
                        </a:spcBef>
                        <a:spcAft>
                          <a:spcPts val="0"/>
                        </a:spcAft>
                        <a:buFontTx/>
                        <a:buNone/>
                      </a:pPr>
                      <a:r>
                        <a:rPr lang="ru-RU" sz="1900" b="0">
                          <a:solidFill>
                            <a:srgbClr val="192F29"/>
                          </a:solidFill>
                          <a:latin typeface="Arial" panose="020B0604020202020204" pitchFamily="34" charset="0"/>
                        </a:rPr>
                        <a:t>4,40 млн ₽</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ns2:rowId val="1980780445"/>
                  </a:ext>
                </a:extLst>
              </a:tr>
            </a:tbl>
          </a:graphicData>
        </a:graphic>
      </p:graphicFrame>
      <p:sp>
        <p:nvSpPr>
          <p:cNvPr id="6" name="TextBox 5">
            <a:extLst>
              <a:ext uri="{FF2B5EF4-FFF2-40B4-BE49-F238E27FC236}">
                <ns2:creationId id="{3A75EA38-5EFC-9911-EEA2-1A6326BA9984}"/>
              </a:ext>
            </a:extLst>
          </p:cNvPr>
          <p:cNvSpPr txBox="1"/>
          <p:nvPr/>
        </p:nvSpPr>
        <p:spPr>
          <a:xfrm>
            <a:off x="7848600" y="2412999"/>
            <a:ext cx="3733800" cy="762000"/>
          </a:xfrm>
          <a:prstGeom prst="rect">
            <a:avLst/>
          </a:prstGeom>
          <a:noFill/>
        </p:spPr>
        <p:txBody>
          <a:bodyPr vert="horz" wrap="square" lIns="0" tIns="0" rIns="0" bIns="0" rtlCol="0" anchor="t">
            <a:noAutofit/>
          </a:bodyPr>
          <a:lstStyle/>
          <a:p>
            <a:r>
              <a:rPr lang="ru-RU" sz="2100" b="1">
                <a:solidFill>
                  <a:srgbClr val="123F36"/>
                </a:solidFill>
                <a:latin typeface="Arial Nova" panose="020B0504020202020204" pitchFamily="34" charset="0"/>
              </a:rPr>
              <a:t>Выбор региона</a:t>
            </a:r>
            <a:br>
              <a:rPr lang="ru-RU" sz="2100" b="1">
                <a:solidFill>
                  <a:srgbClr val="123F36"/>
                </a:solidFill>
                <a:latin typeface="Arial Nova" panose="020B0504020202020204" pitchFamily="34" charset="0"/>
              </a:rPr>
            </a:br>
            <a:r>
              <a:rPr lang="ru-RU" sz="2100" b="1">
                <a:solidFill>
                  <a:srgbClr val="123F36"/>
                </a:solidFill>
                <a:latin typeface="Arial Nova" panose="020B0504020202020204" pitchFamily="34" charset="0"/>
              </a:rPr>
              <a:t>и отчётного месяца</a:t>
            </a:r>
          </a:p>
        </p:txBody>
      </p:sp>
      <p:sp>
        <p:nvSpPr>
          <p:cNvPr id="7" name="TextBox 6">
            <a:extLst>
              <a:ext uri="{FF2B5EF4-FFF2-40B4-BE49-F238E27FC236}">
                <ns2:creationId id="{2D0E0A87-F496-B865-42A7-7CD5CC9466AB}"/>
              </a:ext>
            </a:extLst>
          </p:cNvPr>
          <p:cNvSpPr txBox="1"/>
          <p:nvPr/>
        </p:nvSpPr>
        <p:spPr>
          <a:xfrm>
            <a:off x="7848600" y="3492499"/>
            <a:ext cx="3733800" cy="825500"/>
          </a:xfrm>
          <a:prstGeom prst="rect">
            <a:avLst/>
          </a:prstGeom>
          <a:noFill/>
        </p:spPr>
        <p:txBody>
          <a:bodyPr vert="horz" wrap="square" lIns="0" tIns="0" rIns="0" bIns="0" rtlCol="0" anchor="t">
            <a:noAutofit/>
          </a:bodyPr>
          <a:lstStyle/>
          <a:p>
            <a:r>
              <a:rPr lang="ru-RU" sz="2100">
                <a:solidFill>
                  <a:srgbClr val="192F29"/>
                </a:solidFill>
                <a:latin typeface="Arial Nova" panose="020B0504020202020204" pitchFamily="34" charset="0"/>
              </a:rPr>
              <a:t>Карточки, графики,</a:t>
            </a:r>
            <a:br>
              <a:rPr lang="ru-RU" sz="2100">
                <a:solidFill>
                  <a:srgbClr val="192F29"/>
                </a:solidFill>
                <a:latin typeface="Arial Nova" panose="020B0504020202020204" pitchFamily="34" charset="0"/>
              </a:rPr>
            </a:br>
            <a:r>
              <a:rPr lang="ru-RU" sz="2100">
                <a:solidFill>
                  <a:srgbClr val="192F29"/>
                </a:solidFill>
                <a:latin typeface="Arial Nova" panose="020B0504020202020204" pitchFamily="34" charset="0"/>
              </a:rPr>
              <a:t>таблица и CSV</a:t>
            </a:r>
          </a:p>
        </p:txBody>
      </p:sp>
      <p:sp>
        <p:nvSpPr>
          <p:cNvPr id="8" name="TextBox 7">
            <a:extLst>
              <a:ext uri="{FF2B5EF4-FFF2-40B4-BE49-F238E27FC236}">
                <ns2:creationId id="{9F49C836-9F32-2F6F-012D-CFEA97D0DE2A}"/>
              </a:ext>
            </a:extLst>
          </p:cNvPr>
          <p:cNvSpPr txBox="1"/>
          <p:nvPr/>
        </p:nvSpPr>
        <p:spPr>
          <a:xfrm>
            <a:off x="7848600" y="4597399"/>
            <a:ext cx="3733800" cy="825500"/>
          </a:xfrm>
          <a:prstGeom prst="rect">
            <a:avLst/>
          </a:prstGeom>
          <a:noFill/>
        </p:spPr>
        <p:txBody>
          <a:bodyPr vert="horz" wrap="square" lIns="0" tIns="0" rIns="0" bIns="0" rtlCol="0" anchor="t">
            <a:noAutofit/>
          </a:bodyPr>
          <a:lstStyle/>
          <a:p>
            <a:r>
              <a:rPr lang="ru-RU" sz="2100">
                <a:solidFill>
                  <a:srgbClr val="192F29"/>
                </a:solidFill>
                <a:latin typeface="Arial Nova" panose="020B0504020202020204" pitchFamily="34" charset="0"/>
              </a:rPr>
              <a:t>MoM и YoY</a:t>
            </a:r>
            <a:br>
              <a:rPr lang="ru-RU" sz="2100">
                <a:solidFill>
                  <a:srgbClr val="192F29"/>
                </a:solidFill>
                <a:latin typeface="Arial Nova" panose="020B0504020202020204" pitchFamily="34" charset="0"/>
              </a:rPr>
            </a:br>
            <a:r>
              <a:rPr lang="ru-RU" sz="2100">
                <a:solidFill>
                  <a:srgbClr val="192F29"/>
                </a:solidFill>
                <a:latin typeface="Arial Nova" panose="020B0504020202020204" pitchFamily="34" charset="0"/>
              </a:rPr>
              <a:t>в интерфейсе</a:t>
            </a:r>
          </a:p>
        </p:txBody>
      </p:sp>
      <p:sp>
        <p:nvSpPr>
          <p:cNvPr id="9" name="TextBox 8">
            <a:extLst>
              <a:ext uri="{FF2B5EF4-FFF2-40B4-BE49-F238E27FC236}">
                <ns2:creationId id="{02771B57-FA86-B733-CB6A-721796DF8A09}"/>
              </a:ext>
            </a:extLst>
          </p:cNvPr>
          <p:cNvSpPr txBox="1"/>
          <p:nvPr/>
        </p:nvSpPr>
        <p:spPr>
          <a:xfrm>
            <a:off x="609600" y="5854699"/>
            <a:ext cx="10972800" cy="495300"/>
          </a:xfrm>
          <a:prstGeom prst="rect">
            <a:avLst/>
          </a:prstGeom>
          <a:noFill/>
        </p:spPr>
        <p:txBody>
          <a:bodyPr vert="horz" wrap="square" lIns="0" tIns="0" rIns="0" bIns="0" rtlCol="0" anchor="t">
            <a:noAutofit/>
          </a:bodyPr>
          <a:lstStyle/>
          <a:p>
            <a:r>
              <a:rPr lang="ru-RU" sz="1400">
                <a:solidFill>
                  <a:srgbClr val="5B6D66"/>
                </a:solidFill>
                <a:latin typeface="Arial Nova" panose="020B0504020202020204" pitchFamily="34" charset="0"/>
              </a:rPr>
              <a:t>Источник: снимки ответов ЦБ от 20.10.2026. Средний кредит = объём / количество.</a:t>
            </a:r>
          </a:p>
        </p:txBody>
      </p:sp>
    </p:spTree>
    <p:extLst>
      <p:ext uri="{BB962C8B-B14F-4D97-AF65-F5344CB8AC3E}">
        <ns3:creationId val="2974553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11A0CA2-13CD-FDA5-52A5-61404CEF41A9}"/>
              </a:ext>
            </a:extLst>
          </p:cNvPr>
          <p:cNvSpPr txBox="1"/>
          <p:nvPr/>
        </p:nvSpPr>
        <p:spPr>
          <a:xfrm>
            <a:off x="609600" y="482599"/>
            <a:ext cx="10972800" cy="990600"/>
          </a:xfrm>
          <a:prstGeom prst="rect">
            <a:avLst/>
          </a:prstGeom>
          <a:noFill/>
        </p:spPr>
        <p:txBody>
          <a:bodyPr vert="horz" wrap="square" lIns="0" tIns="0" rIns="0" bIns="0" rtlCol="0" anchor="t">
            <a:noAutofit/>
          </a:bodyPr>
          <a:lstStyle/>
          <a:p>
            <a:r>
              <a:rPr lang="ru-RU" sz="3200" b="1">
                <a:solidFill>
                  <a:srgbClr val="123F36"/>
                </a:solidFill>
                <a:latin typeface="Arial Nova" panose="020B0504020202020204" pitchFamily="34" charset="0"/>
              </a:rPr>
              <a:t>Надёжность синхронизации</a:t>
            </a:r>
          </a:p>
        </p:txBody>
      </p:sp>
      <p:sp>
        <p:nvSpPr>
          <p:cNvPr id="3" name="TextBox 2">
            <a:extLst>
              <a:ext uri="{FF2B5EF4-FFF2-40B4-BE49-F238E27FC236}">
                <a16:creationId xmlns:a16="http://schemas.microsoft.com/office/drawing/2014/main" id="{BA51A6D3-1C08-BDFF-C558-D11971DF9FD7}"/>
              </a:ext>
            </a:extLst>
          </p:cNvPr>
          <p:cNvSpPr txBox="1"/>
          <p:nvPr/>
        </p:nvSpPr>
        <p:spPr>
          <a:xfrm>
            <a:off x="11366500" y="6489700"/>
            <a:ext cx="304800" cy="228600"/>
          </a:xfrm>
          <a:prstGeom prst="rect">
            <a:avLst/>
          </a:prstGeom>
          <a:noFill/>
        </p:spPr>
        <p:txBody>
          <a:bodyPr vert="horz" wrap="square" lIns="0" tIns="0" rIns="0" bIns="0" rtlCol="0" anchor="t">
            <a:noAutofit/>
          </a:bodyPr>
          <a:lstStyle/>
          <a:p>
            <a:pPr algn="r"/>
            <a:r>
              <a:rPr lang="ru-RU" sz="1100" dirty="0">
                <a:solidFill>
                  <a:srgbClr val="5B6D66"/>
                </a:solidFill>
                <a:latin typeface="Arial Nova" panose="020B0504020202020204" pitchFamily="34" charset="0"/>
              </a:rPr>
              <a:t>9</a:t>
            </a:r>
          </a:p>
        </p:txBody>
      </p:sp>
      <p:sp>
        <p:nvSpPr>
          <p:cNvPr id="4" name="Прямоугольник 3">
            <a:extLst>
              <a:ext uri="{FF2B5EF4-FFF2-40B4-BE49-F238E27FC236}">
                <a16:creationId xmlns:a16="http://schemas.microsoft.com/office/drawing/2014/main" id="{104A7BD0-9721-99B0-2EDB-2BB8FA44621B}"/>
              </a:ext>
            </a:extLst>
          </p:cNvPr>
          <p:cNvSpPr/>
          <p:nvPr/>
        </p:nvSpPr>
        <p:spPr>
          <a:xfrm>
            <a:off x="609600" y="1993900"/>
            <a:ext cx="2857500" cy="1041400"/>
          </a:xfrm>
          <a:prstGeom prst="rect">
            <a:avLst/>
          </a:prstGeom>
          <a:solidFill>
            <a:srgbClr val="ECF3E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ru-RU" sz="2100">
                <a:solidFill>
                  <a:srgbClr val="123F36"/>
                </a:solidFill>
                <a:latin typeface="Arial Nova" panose="020B0504020202020204" pitchFamily="34" charset="0"/>
              </a:rPr>
              <a:t>Процесс </a:t>
            </a:r>
            <a:r>
              <a:rPr lang="en-US" sz="2100">
                <a:solidFill>
                  <a:srgbClr val="123F36"/>
                </a:solidFill>
                <a:latin typeface="Arial Nova" panose="020B0504020202020204" pitchFamily="34" charset="0"/>
              </a:rPr>
              <a:t>A</a:t>
            </a:r>
            <a:br>
              <a:rPr lang="en-US" sz="2100">
                <a:solidFill>
                  <a:srgbClr val="123F36"/>
                </a:solidFill>
                <a:latin typeface="Arial Nova" panose="020B0504020202020204" pitchFamily="34" charset="0"/>
              </a:rPr>
            </a:br>
            <a:r>
              <a:rPr lang="ru-RU" sz="2100">
                <a:solidFill>
                  <a:srgbClr val="123F36"/>
                </a:solidFill>
                <a:latin typeface="Arial Nova" panose="020B0504020202020204" pitchFamily="34" charset="0"/>
              </a:rPr>
              <a:t>получает </a:t>
            </a:r>
            <a:r>
              <a:rPr lang="en-US" sz="2100">
                <a:solidFill>
                  <a:srgbClr val="123F36"/>
                </a:solidFill>
                <a:latin typeface="Arial Nova" panose="020B0504020202020204" pitchFamily="34" charset="0"/>
              </a:rPr>
              <a:t>lease</a:t>
            </a:r>
            <a:endParaRPr lang="ru-RU" sz="2100">
              <a:solidFill>
                <a:srgbClr val="123F36"/>
              </a:solidFill>
              <a:latin typeface="Arial Nova" panose="020B0504020202020204" pitchFamily="34" charset="0"/>
            </a:endParaRPr>
          </a:p>
        </p:txBody>
      </p:sp>
      <p:sp>
        <p:nvSpPr>
          <p:cNvPr id="5" name="Прямоугольник 4">
            <a:extLst>
              <a:ext uri="{FF2B5EF4-FFF2-40B4-BE49-F238E27FC236}">
                <a16:creationId xmlns:a16="http://schemas.microsoft.com/office/drawing/2014/main" id="{EDE274DA-0EC7-24A4-9448-D33C0F46711C}"/>
              </a:ext>
            </a:extLst>
          </p:cNvPr>
          <p:cNvSpPr/>
          <p:nvPr/>
        </p:nvSpPr>
        <p:spPr>
          <a:xfrm>
            <a:off x="4699000" y="1993900"/>
            <a:ext cx="2794000" cy="1041400"/>
          </a:xfrm>
          <a:prstGeom prst="rect">
            <a:avLst/>
          </a:prstGeom>
          <a:solidFill>
            <a:srgbClr val="ECF3E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en-US" sz="2100">
                <a:solidFill>
                  <a:srgbClr val="123F36"/>
                </a:solidFill>
                <a:latin typeface="Arial Nova" panose="020B0504020202020204" pitchFamily="34" charset="0"/>
              </a:rPr>
              <a:t>PostgreSQL</a:t>
            </a:r>
            <a:br>
              <a:rPr lang="en-US" sz="2100">
                <a:solidFill>
                  <a:srgbClr val="123F36"/>
                </a:solidFill>
                <a:latin typeface="Arial Nova" panose="020B0504020202020204" pitchFamily="34" charset="0"/>
              </a:rPr>
            </a:br>
            <a:r>
              <a:rPr lang="ru-RU" sz="2100">
                <a:solidFill>
                  <a:srgbClr val="123F36"/>
                </a:solidFill>
                <a:latin typeface="Arial Nova" panose="020B0504020202020204" pitchFamily="34" charset="0"/>
              </a:rPr>
              <a:t>один </a:t>
            </a:r>
            <a:r>
              <a:rPr lang="en-US" sz="2100">
                <a:solidFill>
                  <a:srgbClr val="123F36"/>
                </a:solidFill>
                <a:latin typeface="Arial Nova" panose="020B0504020202020204" pitchFamily="34" charset="0"/>
              </a:rPr>
              <a:t>RUNNING</a:t>
            </a:r>
            <a:endParaRPr lang="ru-RU" sz="2100">
              <a:solidFill>
                <a:srgbClr val="123F36"/>
              </a:solidFill>
              <a:latin typeface="Arial Nova" panose="020B0504020202020204" pitchFamily="34" charset="0"/>
            </a:endParaRPr>
          </a:p>
        </p:txBody>
      </p:sp>
      <p:sp>
        <p:nvSpPr>
          <p:cNvPr id="6" name="Прямоугольник 5">
            <a:extLst>
              <a:ext uri="{FF2B5EF4-FFF2-40B4-BE49-F238E27FC236}">
                <a16:creationId xmlns:a16="http://schemas.microsoft.com/office/drawing/2014/main" id="{A84358FF-FBCA-57C6-4AE0-C331800B1D08}"/>
              </a:ext>
            </a:extLst>
          </p:cNvPr>
          <p:cNvSpPr/>
          <p:nvPr/>
        </p:nvSpPr>
        <p:spPr>
          <a:xfrm>
            <a:off x="8724900" y="1993900"/>
            <a:ext cx="2857500" cy="1041400"/>
          </a:xfrm>
          <a:prstGeom prst="rect">
            <a:avLst/>
          </a:prstGeom>
          <a:solidFill>
            <a:srgbClr val="F7F0E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ru-RU" sz="2100">
                <a:solidFill>
                  <a:srgbClr val="A66535"/>
                </a:solidFill>
                <a:latin typeface="Arial Nova" panose="020B0504020202020204" pitchFamily="34" charset="0"/>
              </a:rPr>
              <a:t>Процесс </a:t>
            </a:r>
            <a:r>
              <a:rPr lang="en-US" sz="2100">
                <a:solidFill>
                  <a:srgbClr val="A66535"/>
                </a:solidFill>
                <a:latin typeface="Arial Nova" panose="020B0504020202020204" pitchFamily="34" charset="0"/>
              </a:rPr>
              <a:t>B</a:t>
            </a:r>
            <a:br>
              <a:rPr lang="en-US" sz="2100">
                <a:solidFill>
                  <a:srgbClr val="A66535"/>
                </a:solidFill>
                <a:latin typeface="Arial Nova" panose="020B0504020202020204" pitchFamily="34" charset="0"/>
              </a:rPr>
            </a:br>
            <a:r>
              <a:rPr lang="en-US" sz="2100">
                <a:solidFill>
                  <a:srgbClr val="A66535"/>
                </a:solidFill>
                <a:latin typeface="Arial Nova" panose="020B0504020202020204" pitchFamily="34" charset="0"/>
              </a:rPr>
              <a:t>HTTP 409</a:t>
            </a:r>
            <a:endParaRPr lang="ru-RU" sz="2100">
              <a:solidFill>
                <a:srgbClr val="A66535"/>
              </a:solidFill>
              <a:latin typeface="Arial Nova" panose="020B0504020202020204" pitchFamily="34" charset="0"/>
            </a:endParaRPr>
          </a:p>
        </p:txBody>
      </p:sp>
      <p:cxnSp>
        <p:nvCxnSpPr>
          <p:cNvPr id="7" name="Прямая со стрелкой 6">
            <a:extLst>
              <a:ext uri="{FF2B5EF4-FFF2-40B4-BE49-F238E27FC236}">
                <a16:creationId xmlns:a16="http://schemas.microsoft.com/office/drawing/2014/main" id="{8689A90F-DC00-9104-7C32-6326B2F55434}"/>
              </a:ext>
            </a:extLst>
          </p:cNvPr>
          <p:cNvCxnSpPr/>
          <p:nvPr/>
        </p:nvCxnSpPr>
        <p:spPr>
          <a:xfrm>
            <a:off x="3467100" y="2514600"/>
            <a:ext cx="1143000" cy="0"/>
          </a:xfrm>
          <a:prstGeom prst="straightConnector1">
            <a:avLst/>
          </a:prstGeom>
          <a:ln w="20320">
            <a:solidFill>
              <a:srgbClr val="17624E"/>
            </a:solidFill>
            <a:tailEnd type="arrow"/>
          </a:ln>
        </p:spPr>
        <p:style>
          <a:lnRef idx="2">
            <a:schemeClr val="accent1"/>
          </a:lnRef>
          <a:fillRef idx="0">
            <a:schemeClr val="accent1"/>
          </a:fillRef>
          <a:effectRef idx="1">
            <a:schemeClr val="accent1"/>
          </a:effectRef>
          <a:fontRef idx="minor">
            <a:schemeClr val="tx1"/>
          </a:fontRef>
        </p:style>
      </p:cxnSp>
      <p:cxnSp>
        <p:nvCxnSpPr>
          <p:cNvPr id="8" name="Прямая со стрелкой 7">
            <a:extLst>
              <a:ext uri="{FF2B5EF4-FFF2-40B4-BE49-F238E27FC236}">
                <a16:creationId xmlns:a16="http://schemas.microsoft.com/office/drawing/2014/main" id="{E4BCEF5C-9898-7791-7C50-CD165026BE46}"/>
              </a:ext>
            </a:extLst>
          </p:cNvPr>
          <p:cNvCxnSpPr/>
          <p:nvPr/>
        </p:nvCxnSpPr>
        <p:spPr>
          <a:xfrm flipH="1">
            <a:off x="7581900" y="2514600"/>
            <a:ext cx="1054100" cy="0"/>
          </a:xfrm>
          <a:prstGeom prst="straightConnector1">
            <a:avLst/>
          </a:prstGeom>
          <a:ln w="20320">
            <a:solidFill>
              <a:srgbClr val="A66535"/>
            </a:solidFill>
            <a:tailEnd type="arrow"/>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08DE1E02-24EC-F7C5-829B-88A23BAF6A53}"/>
              </a:ext>
            </a:extLst>
          </p:cNvPr>
          <p:cNvSpPr txBox="1"/>
          <p:nvPr/>
        </p:nvSpPr>
        <p:spPr>
          <a:xfrm>
            <a:off x="609600" y="3746499"/>
            <a:ext cx="5334000" cy="495300"/>
          </a:xfrm>
          <a:prstGeom prst="rect">
            <a:avLst/>
          </a:prstGeom>
          <a:noFill/>
        </p:spPr>
        <p:txBody>
          <a:bodyPr vert="horz" wrap="square" lIns="0" tIns="0" rIns="0" bIns="0" rtlCol="0" anchor="t">
            <a:noAutofit/>
          </a:bodyPr>
          <a:lstStyle/>
          <a:p>
            <a:r>
              <a:rPr lang="ru-RU" sz="2400" b="1">
                <a:solidFill>
                  <a:srgbClr val="17624E"/>
                </a:solidFill>
                <a:latin typeface="Arial Nova" panose="020B0504020202020204" pitchFamily="34" charset="0"/>
              </a:rPr>
              <a:t>Повторная загрузка</a:t>
            </a:r>
          </a:p>
        </p:txBody>
      </p:sp>
      <p:sp>
        <p:nvSpPr>
          <p:cNvPr id="10" name="TextBox 9">
            <a:extLst>
              <a:ext uri="{FF2B5EF4-FFF2-40B4-BE49-F238E27FC236}">
                <a16:creationId xmlns:a16="http://schemas.microsoft.com/office/drawing/2014/main" id="{CBF041F5-908D-EFFF-B93A-3A611971A37D}"/>
              </a:ext>
            </a:extLst>
          </p:cNvPr>
          <p:cNvSpPr txBox="1"/>
          <p:nvPr/>
        </p:nvSpPr>
        <p:spPr>
          <a:xfrm>
            <a:off x="609600" y="4419599"/>
            <a:ext cx="5334000" cy="736600"/>
          </a:xfrm>
          <a:prstGeom prst="rect">
            <a:avLst/>
          </a:prstGeom>
          <a:noFill/>
        </p:spPr>
        <p:txBody>
          <a:bodyPr vert="horz" wrap="square" lIns="0" tIns="0" rIns="0" bIns="0" rtlCol="0" anchor="t">
            <a:noAutofit/>
          </a:bodyPr>
          <a:lstStyle/>
          <a:p>
            <a:r>
              <a:rPr lang="ru-RU" sz="2000">
                <a:solidFill>
                  <a:srgbClr val="192F29"/>
                </a:solidFill>
                <a:latin typeface="Arial Nova" panose="020B0504020202020204" pitchFamily="34" charset="0"/>
              </a:rPr>
              <a:t>Upsert по региону,</a:t>
            </a:r>
            <a:br>
              <a:rPr lang="ru-RU" sz="2000">
                <a:solidFill>
                  <a:srgbClr val="192F29"/>
                </a:solidFill>
                <a:latin typeface="Arial Nova" panose="020B0504020202020204" pitchFamily="34" charset="0"/>
              </a:rPr>
            </a:br>
            <a:r>
              <a:rPr lang="ru-RU" sz="2000">
                <a:solidFill>
                  <a:srgbClr val="192F29"/>
                </a:solidFill>
                <a:latin typeface="Arial Nova" panose="020B0504020202020204" pitchFamily="34" charset="0"/>
              </a:rPr>
              <a:t>месяцу и метрике</a:t>
            </a:r>
          </a:p>
        </p:txBody>
      </p:sp>
      <p:sp>
        <p:nvSpPr>
          <p:cNvPr id="11" name="TextBox 10">
            <a:extLst>
              <a:ext uri="{FF2B5EF4-FFF2-40B4-BE49-F238E27FC236}">
                <a16:creationId xmlns:a16="http://schemas.microsoft.com/office/drawing/2014/main" id="{0378B2D6-A933-266C-ECBC-23D847812C0D}"/>
              </a:ext>
            </a:extLst>
          </p:cNvPr>
          <p:cNvSpPr txBox="1"/>
          <p:nvPr/>
        </p:nvSpPr>
        <p:spPr>
          <a:xfrm>
            <a:off x="609600" y="5346699"/>
            <a:ext cx="5334000" cy="660400"/>
          </a:xfrm>
          <a:prstGeom prst="rect">
            <a:avLst/>
          </a:prstGeom>
          <a:noFill/>
        </p:spPr>
        <p:txBody>
          <a:bodyPr vert="horz" wrap="square" lIns="0" tIns="0" rIns="0" bIns="0" rtlCol="0" anchor="t">
            <a:noAutofit/>
          </a:bodyPr>
          <a:lstStyle/>
          <a:p>
            <a:r>
              <a:rPr lang="ru-RU" sz="2000">
                <a:solidFill>
                  <a:srgbClr val="192F29"/>
                </a:solidFill>
                <a:latin typeface="Arial Nova" panose="020B0504020202020204" pitchFamily="34" charset="0"/>
              </a:rPr>
              <a:t>SyncLog хранит</a:t>
            </a:r>
            <a:br>
              <a:rPr lang="ru-RU" sz="2000">
                <a:solidFill>
                  <a:srgbClr val="192F29"/>
                </a:solidFill>
                <a:latin typeface="Arial Nova" panose="020B0504020202020204" pitchFamily="34" charset="0"/>
              </a:rPr>
            </a:br>
            <a:r>
              <a:rPr lang="ru-RU" sz="2000">
                <a:solidFill>
                  <a:srgbClr val="192F29"/>
                </a:solidFill>
                <a:latin typeface="Arial Nova" panose="020B0504020202020204" pitchFamily="34" charset="0"/>
              </a:rPr>
              <a:t>статус и счётчики</a:t>
            </a:r>
          </a:p>
        </p:txBody>
      </p:sp>
      <p:sp>
        <p:nvSpPr>
          <p:cNvPr id="12" name="TextBox 11">
            <a:extLst>
              <a:ext uri="{FF2B5EF4-FFF2-40B4-BE49-F238E27FC236}">
                <a16:creationId xmlns:a16="http://schemas.microsoft.com/office/drawing/2014/main" id="{F62B3983-06A3-BC12-519C-23FF4E132F13}"/>
              </a:ext>
            </a:extLst>
          </p:cNvPr>
          <p:cNvSpPr txBox="1"/>
          <p:nvPr/>
        </p:nvSpPr>
        <p:spPr>
          <a:xfrm>
            <a:off x="6527800" y="3746499"/>
            <a:ext cx="5054600" cy="495300"/>
          </a:xfrm>
          <a:prstGeom prst="rect">
            <a:avLst/>
          </a:prstGeom>
          <a:noFill/>
        </p:spPr>
        <p:txBody>
          <a:bodyPr vert="horz" wrap="square" lIns="0" tIns="0" rIns="0" bIns="0" rtlCol="0" anchor="t">
            <a:noAutofit/>
          </a:bodyPr>
          <a:lstStyle/>
          <a:p>
            <a:r>
              <a:rPr lang="ru-RU" sz="2400" b="1">
                <a:solidFill>
                  <a:srgbClr val="17624E"/>
                </a:solidFill>
                <a:latin typeface="Arial Nova" panose="020B0504020202020204" pitchFamily="34" charset="0"/>
              </a:rPr>
              <a:t>После аварии</a:t>
            </a:r>
          </a:p>
        </p:txBody>
      </p:sp>
      <p:sp>
        <p:nvSpPr>
          <p:cNvPr id="13" name="TextBox 12">
            <a:extLst>
              <a:ext uri="{FF2B5EF4-FFF2-40B4-BE49-F238E27FC236}">
                <a16:creationId xmlns:a16="http://schemas.microsoft.com/office/drawing/2014/main" id="{25D73BC9-DD95-A7A3-CADC-7BB1CBB882DC}"/>
              </a:ext>
            </a:extLst>
          </p:cNvPr>
          <p:cNvSpPr txBox="1"/>
          <p:nvPr/>
        </p:nvSpPr>
        <p:spPr>
          <a:xfrm>
            <a:off x="6527800" y="4419599"/>
            <a:ext cx="5054600" cy="736600"/>
          </a:xfrm>
          <a:prstGeom prst="rect">
            <a:avLst/>
          </a:prstGeom>
          <a:noFill/>
        </p:spPr>
        <p:txBody>
          <a:bodyPr vert="horz" wrap="square" lIns="0" tIns="0" rIns="0" bIns="0" rtlCol="0" anchor="t">
            <a:noAutofit/>
          </a:bodyPr>
          <a:lstStyle/>
          <a:p>
            <a:r>
              <a:rPr lang="en-US" sz="2000">
                <a:solidFill>
                  <a:srgbClr val="192F29"/>
                </a:solidFill>
                <a:latin typeface="Arial Nova" panose="020B0504020202020204" pitchFamily="34" charset="0"/>
              </a:rPr>
              <a:t>Heartbeat </a:t>
            </a:r>
            <a:r>
              <a:rPr lang="ru-RU" sz="2000">
                <a:solidFill>
                  <a:srgbClr val="192F29"/>
                </a:solidFill>
                <a:latin typeface="Arial Nova" panose="020B0504020202020204" pitchFamily="34" charset="0"/>
              </a:rPr>
              <a:t>прекращается,</a:t>
            </a:r>
            <a:br>
              <a:rPr lang="ru-RU" sz="2000">
                <a:solidFill>
                  <a:srgbClr val="192F29"/>
                </a:solidFill>
                <a:latin typeface="Arial Nova" panose="020B0504020202020204" pitchFamily="34" charset="0"/>
              </a:rPr>
            </a:br>
            <a:r>
              <a:rPr lang="en-US" sz="2000">
                <a:solidFill>
                  <a:srgbClr val="192F29"/>
                </a:solidFill>
                <a:latin typeface="Arial Nova" panose="020B0504020202020204" pitchFamily="34" charset="0"/>
              </a:rPr>
              <a:t>lease </a:t>
            </a:r>
            <a:r>
              <a:rPr lang="ru-RU" sz="2000">
                <a:solidFill>
                  <a:srgbClr val="192F29"/>
                </a:solidFill>
                <a:latin typeface="Arial Nova" panose="020B0504020202020204" pitchFamily="34" charset="0"/>
              </a:rPr>
              <a:t>истекает</a:t>
            </a:r>
          </a:p>
        </p:txBody>
      </p:sp>
      <p:sp>
        <p:nvSpPr>
          <p:cNvPr id="14" name="TextBox 13">
            <a:extLst>
              <a:ext uri="{FF2B5EF4-FFF2-40B4-BE49-F238E27FC236}">
                <a16:creationId xmlns:a16="http://schemas.microsoft.com/office/drawing/2014/main" id="{22D6D50D-056A-B5E2-411F-D975C68F82E1}"/>
              </a:ext>
            </a:extLst>
          </p:cNvPr>
          <p:cNvSpPr txBox="1"/>
          <p:nvPr/>
        </p:nvSpPr>
        <p:spPr>
          <a:xfrm>
            <a:off x="6527800" y="5346699"/>
            <a:ext cx="5054600" cy="749300"/>
          </a:xfrm>
          <a:prstGeom prst="rect">
            <a:avLst/>
          </a:prstGeom>
          <a:noFill/>
        </p:spPr>
        <p:txBody>
          <a:bodyPr vert="horz" wrap="square" lIns="0" tIns="0" rIns="0" bIns="0" rtlCol="0" anchor="t">
            <a:noAutofit/>
          </a:bodyPr>
          <a:lstStyle/>
          <a:p>
            <a:r>
              <a:rPr lang="ru-RU" sz="2000">
                <a:solidFill>
                  <a:srgbClr val="192F29"/>
                </a:solidFill>
                <a:latin typeface="Arial Nova" panose="020B0504020202020204" pitchFamily="34" charset="0"/>
              </a:rPr>
              <a:t>Следующий запуск</a:t>
            </a:r>
            <a:br>
              <a:rPr lang="ru-RU" sz="2000">
                <a:solidFill>
                  <a:srgbClr val="192F29"/>
                </a:solidFill>
                <a:latin typeface="Arial Nova" panose="020B0504020202020204" pitchFamily="34" charset="0"/>
              </a:rPr>
            </a:br>
            <a:r>
              <a:rPr lang="ru-RU" sz="2000">
                <a:solidFill>
                  <a:srgbClr val="192F29"/>
                </a:solidFill>
                <a:latin typeface="Arial Nova" panose="020B0504020202020204" pitchFamily="34" charset="0"/>
              </a:rPr>
              <a:t>восстанавливает импорт</a:t>
            </a:r>
          </a:p>
        </p:txBody>
      </p:sp>
    </p:spTree>
    <p:extLst>
      <p:ext uri="{BB962C8B-B14F-4D97-AF65-F5344CB8AC3E}">
        <p14:creationId xmlns:p14="http://schemas.microsoft.com/office/powerpoint/2010/main" val="29413542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CF3E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4E00EB8-B805-7617-7EBD-FC50B26515A3}"/>
              </a:ext>
            </a:extLst>
          </p:cNvPr>
          <p:cNvSpPr txBox="1"/>
          <p:nvPr/>
        </p:nvSpPr>
        <p:spPr>
          <a:xfrm>
            <a:off x="609600" y="482599"/>
            <a:ext cx="10972800" cy="990600"/>
          </a:xfrm>
          <a:prstGeom prst="rect">
            <a:avLst/>
          </a:prstGeom>
          <a:noFill/>
        </p:spPr>
        <p:txBody>
          <a:bodyPr vert="horz" wrap="square" lIns="0" tIns="0" rIns="0" bIns="0" rtlCol="0" anchor="t">
            <a:noAutofit/>
          </a:bodyPr>
          <a:lstStyle/>
          <a:p>
            <a:r>
              <a:rPr lang="ru-RU" sz="3200" b="1">
                <a:solidFill>
                  <a:srgbClr val="123F36"/>
                </a:solidFill>
                <a:latin typeface="Arial Nova" panose="020B0504020202020204" pitchFamily="34" charset="0"/>
              </a:rPr>
              <a:t>Проверки и реальные результаты</a:t>
            </a:r>
          </a:p>
        </p:txBody>
      </p:sp>
      <p:sp>
        <p:nvSpPr>
          <p:cNvPr id="3" name="TextBox 2">
            <a:extLst>
              <a:ext uri="{FF2B5EF4-FFF2-40B4-BE49-F238E27FC236}">
                <a16:creationId xmlns:a16="http://schemas.microsoft.com/office/drawing/2014/main" id="{CBD681DE-1AFA-07E8-E6B1-1EE26B01D0F1}"/>
              </a:ext>
            </a:extLst>
          </p:cNvPr>
          <p:cNvSpPr txBox="1"/>
          <p:nvPr/>
        </p:nvSpPr>
        <p:spPr>
          <a:xfrm>
            <a:off x="11366500" y="6489700"/>
            <a:ext cx="304800" cy="228600"/>
          </a:xfrm>
          <a:prstGeom prst="rect">
            <a:avLst/>
          </a:prstGeom>
          <a:noFill/>
        </p:spPr>
        <p:txBody>
          <a:bodyPr vert="horz" wrap="square" lIns="0" tIns="0" rIns="0" bIns="0" rtlCol="0" anchor="t">
            <a:noAutofit/>
          </a:bodyPr>
          <a:lstStyle/>
          <a:p>
            <a:pPr algn="r"/>
            <a:r>
              <a:rPr lang="ru-RU" sz="1100" dirty="0">
                <a:solidFill>
                  <a:srgbClr val="5B6D66"/>
                </a:solidFill>
                <a:latin typeface="Arial Nova" panose="020B0504020202020204" pitchFamily="34" charset="0"/>
              </a:rPr>
              <a:t>10</a:t>
            </a:r>
          </a:p>
        </p:txBody>
      </p:sp>
      <p:sp>
        <p:nvSpPr>
          <p:cNvPr id="4" name="TextBox 3">
            <a:extLst>
              <a:ext uri="{FF2B5EF4-FFF2-40B4-BE49-F238E27FC236}">
                <a16:creationId xmlns:a16="http://schemas.microsoft.com/office/drawing/2014/main" id="{03136AE9-2C27-D7D5-DA04-87EC2E2613B7}"/>
              </a:ext>
            </a:extLst>
          </p:cNvPr>
          <p:cNvSpPr txBox="1"/>
          <p:nvPr/>
        </p:nvSpPr>
        <p:spPr>
          <a:xfrm>
            <a:off x="609600" y="1765299"/>
            <a:ext cx="4953000" cy="609600"/>
          </a:xfrm>
          <a:prstGeom prst="rect">
            <a:avLst/>
          </a:prstGeom>
          <a:noFill/>
        </p:spPr>
        <p:txBody>
          <a:bodyPr vert="horz" wrap="square" lIns="0" tIns="0" rIns="0" bIns="0" rtlCol="0" anchor="t">
            <a:noAutofit/>
          </a:bodyPr>
          <a:lstStyle/>
          <a:p>
            <a:r>
              <a:rPr lang="en-US" sz="3000" b="1">
                <a:solidFill>
                  <a:srgbClr val="17624E"/>
                </a:solidFill>
                <a:latin typeface="Arial Nova" panose="020B0504020202020204" pitchFamily="34" charset="0"/>
              </a:rPr>
              <a:t>14 unit-</a:t>
            </a:r>
            <a:r>
              <a:rPr lang="ru-RU" sz="3000" b="1">
                <a:solidFill>
                  <a:srgbClr val="17624E"/>
                </a:solidFill>
                <a:latin typeface="Arial Nova" panose="020B0504020202020204" pitchFamily="34" charset="0"/>
              </a:rPr>
              <a:t>тестов</a:t>
            </a:r>
          </a:p>
        </p:txBody>
      </p:sp>
      <p:sp>
        <p:nvSpPr>
          <p:cNvPr id="5" name="TextBox 4">
            <a:extLst>
              <a:ext uri="{FF2B5EF4-FFF2-40B4-BE49-F238E27FC236}">
                <a16:creationId xmlns:a16="http://schemas.microsoft.com/office/drawing/2014/main" id="{FAFFD1B3-77EE-142D-27E9-2B02F05A4A76}"/>
              </a:ext>
            </a:extLst>
          </p:cNvPr>
          <p:cNvSpPr txBox="1"/>
          <p:nvPr/>
        </p:nvSpPr>
        <p:spPr>
          <a:xfrm>
            <a:off x="6096000" y="1765299"/>
            <a:ext cx="5486400" cy="609600"/>
          </a:xfrm>
          <a:prstGeom prst="rect">
            <a:avLst/>
          </a:prstGeom>
          <a:noFill/>
        </p:spPr>
        <p:txBody>
          <a:bodyPr vert="horz" wrap="square" lIns="0" tIns="0" rIns="0" bIns="0" rtlCol="0" anchor="t">
            <a:noAutofit/>
          </a:bodyPr>
          <a:lstStyle/>
          <a:p>
            <a:r>
              <a:rPr lang="en-US" sz="3000" b="1">
                <a:solidFill>
                  <a:srgbClr val="17624E"/>
                </a:solidFill>
                <a:latin typeface="Arial Nova" panose="020B0504020202020204" pitchFamily="34" charset="0"/>
              </a:rPr>
              <a:t>9 integration-</a:t>
            </a:r>
            <a:r>
              <a:rPr lang="ru-RU" sz="3000" b="1">
                <a:solidFill>
                  <a:srgbClr val="17624E"/>
                </a:solidFill>
                <a:latin typeface="Arial Nova" panose="020B0504020202020204" pitchFamily="34" charset="0"/>
              </a:rPr>
              <a:t>тестов</a:t>
            </a:r>
          </a:p>
        </p:txBody>
      </p:sp>
      <p:sp>
        <p:nvSpPr>
          <p:cNvPr id="6" name="TextBox 5">
            <a:extLst>
              <a:ext uri="{FF2B5EF4-FFF2-40B4-BE49-F238E27FC236}">
                <a16:creationId xmlns:a16="http://schemas.microsoft.com/office/drawing/2014/main" id="{31EA2A42-3AB5-9D7F-1162-D5F809BA7158}"/>
              </a:ext>
            </a:extLst>
          </p:cNvPr>
          <p:cNvSpPr txBox="1"/>
          <p:nvPr/>
        </p:nvSpPr>
        <p:spPr>
          <a:xfrm>
            <a:off x="609600" y="2552699"/>
            <a:ext cx="10972800" cy="444500"/>
          </a:xfrm>
          <a:prstGeom prst="rect">
            <a:avLst/>
          </a:prstGeom>
          <a:noFill/>
        </p:spPr>
        <p:txBody>
          <a:bodyPr vert="horz" wrap="square" lIns="0" tIns="0" rIns="0" bIns="0" rtlCol="0" anchor="t">
            <a:noAutofit/>
          </a:bodyPr>
          <a:lstStyle/>
          <a:p>
            <a:r>
              <a:rPr lang="ru-RU" sz="2000">
                <a:solidFill>
                  <a:srgbClr val="5B6D66"/>
                </a:solidFill>
                <a:latin typeface="Arial Nova" panose="020B0504020202020204" pitchFamily="34" charset="0"/>
              </a:rPr>
              <a:t>PostgreSQL, два процесса и аварийное завершение</a:t>
            </a:r>
          </a:p>
        </p:txBody>
      </p:sp>
      <p:graphicFrame>
        <p:nvGraphicFramePr>
          <p:cNvPr id="7" name="Таблица 6">
            <a:extLst>
              <a:ext uri="{FF2B5EF4-FFF2-40B4-BE49-F238E27FC236}">
                <a16:creationId xmlns:a16="http://schemas.microsoft.com/office/drawing/2014/main" id="{0EC6EB25-0821-52DB-D37A-723F9CEFE68E}"/>
              </a:ext>
            </a:extLst>
          </p:cNvPr>
          <p:cNvGraphicFramePr>
            <a:graphicFrameLocks noGrp="1"/>
          </p:cNvGraphicFramePr>
          <p:nvPr>
            <p:extLst>
              <p:ext uri="{D42A27DB-BD31-4B8C-83A1-F6EECF244321}">
                <p14:modId xmlns:p14="http://schemas.microsoft.com/office/powerpoint/2010/main" val="935395802"/>
              </p:ext>
            </p:extLst>
          </p:nvPr>
        </p:nvGraphicFramePr>
        <p:xfrm>
          <a:off x="609600" y="3429000"/>
          <a:ext cx="10972800" cy="173228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520905726"/>
                    </a:ext>
                  </a:extLst>
                </a:gridCol>
                <a:gridCol w="1651000">
                  <a:extLst>
                    <a:ext uri="{9D8B030D-6E8A-4147-A177-3AD203B41FA5}">
                      <a16:colId xmlns:a16="http://schemas.microsoft.com/office/drawing/2014/main" val="3356300359"/>
                    </a:ext>
                  </a:extLst>
                </a:gridCol>
                <a:gridCol w="1651000">
                  <a:extLst>
                    <a:ext uri="{9D8B030D-6E8A-4147-A177-3AD203B41FA5}">
                      <a16:colId xmlns:a16="http://schemas.microsoft.com/office/drawing/2014/main" val="1204892693"/>
                    </a:ext>
                  </a:extLst>
                </a:gridCol>
                <a:gridCol w="1651000">
                  <a:extLst>
                    <a:ext uri="{9D8B030D-6E8A-4147-A177-3AD203B41FA5}">
                      <a16:colId xmlns:a16="http://schemas.microsoft.com/office/drawing/2014/main" val="3940186777"/>
                    </a:ext>
                  </a:extLst>
                </a:gridCol>
                <a:gridCol w="1651000">
                  <a:extLst>
                    <a:ext uri="{9D8B030D-6E8A-4147-A177-3AD203B41FA5}">
                      <a16:colId xmlns:a16="http://schemas.microsoft.com/office/drawing/2014/main" val="3051095860"/>
                    </a:ext>
                  </a:extLst>
                </a:gridCol>
                <a:gridCol w="2082800">
                  <a:extLst>
                    <a:ext uri="{9D8B030D-6E8A-4147-A177-3AD203B41FA5}">
                      <a16:colId xmlns:a16="http://schemas.microsoft.com/office/drawing/2014/main" val="1155614261"/>
                    </a:ext>
                  </a:extLst>
                </a:gridCol>
              </a:tblGrid>
              <a:tr h="558800">
                <a:tc>
                  <a:txBody>
                    <a:bodyPr/>
                    <a:lstStyle/>
                    <a:p>
                      <a:pPr algn="l">
                        <a:spcBef>
                          <a:spcPts val="0"/>
                        </a:spcBef>
                        <a:spcAft>
                          <a:spcPts val="0"/>
                        </a:spcAft>
                        <a:buFontTx/>
                        <a:buNone/>
                      </a:pPr>
                      <a:r>
                        <a:rPr lang="ru-RU" sz="1600" b="1">
                          <a:solidFill>
                            <a:srgbClr val="FFFFFF"/>
                          </a:solidFill>
                          <a:latin typeface="Arial" panose="020B0604020202020204" pitchFamily="34" charset="0"/>
                        </a:rPr>
                        <a:t>Импорт</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624E"/>
                    </a:solidFill>
                  </a:tcPr>
                </a:tc>
                <a:tc>
                  <a:txBody>
                    <a:bodyPr/>
                    <a:lstStyle/>
                    <a:p>
                      <a:pPr algn="l">
                        <a:spcBef>
                          <a:spcPts val="0"/>
                        </a:spcBef>
                        <a:spcAft>
                          <a:spcPts val="0"/>
                        </a:spcAft>
                        <a:buFontTx/>
                        <a:buNone/>
                      </a:pPr>
                      <a:r>
                        <a:rPr lang="ru-RU" sz="1600" b="1">
                          <a:solidFill>
                            <a:srgbClr val="FFFFFF"/>
                          </a:solidFill>
                          <a:latin typeface="Arial" panose="020B0604020202020204" pitchFamily="34" charset="0"/>
                        </a:rPr>
                        <a:t>Получено</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624E"/>
                    </a:solidFill>
                  </a:tcPr>
                </a:tc>
                <a:tc>
                  <a:txBody>
                    <a:bodyPr/>
                    <a:lstStyle/>
                    <a:p>
                      <a:pPr algn="l">
                        <a:spcBef>
                          <a:spcPts val="0"/>
                        </a:spcBef>
                        <a:spcAft>
                          <a:spcPts val="0"/>
                        </a:spcAft>
                        <a:buFontTx/>
                        <a:buNone/>
                      </a:pPr>
                      <a:r>
                        <a:rPr lang="ru-RU" sz="1600" b="1">
                          <a:solidFill>
                            <a:srgbClr val="FFFFFF"/>
                          </a:solidFill>
                          <a:latin typeface="Arial" panose="020B0604020202020204" pitchFamily="34" charset="0"/>
                        </a:rPr>
                        <a:t>Вставлено</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624E"/>
                    </a:solidFill>
                  </a:tcPr>
                </a:tc>
                <a:tc>
                  <a:txBody>
                    <a:bodyPr/>
                    <a:lstStyle/>
                    <a:p>
                      <a:pPr algn="l">
                        <a:spcBef>
                          <a:spcPts val="0"/>
                        </a:spcBef>
                        <a:spcAft>
                          <a:spcPts val="0"/>
                        </a:spcAft>
                        <a:buFontTx/>
                        <a:buNone/>
                      </a:pPr>
                      <a:r>
                        <a:rPr lang="ru-RU" sz="1600" b="1">
                          <a:solidFill>
                            <a:srgbClr val="FFFFFF"/>
                          </a:solidFill>
                          <a:latin typeface="Arial" panose="020B0604020202020204" pitchFamily="34" charset="0"/>
                        </a:rPr>
                        <a:t>Обновлено</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624E"/>
                    </a:solidFill>
                  </a:tcPr>
                </a:tc>
                <a:tc>
                  <a:txBody>
                    <a:bodyPr/>
                    <a:lstStyle/>
                    <a:p>
                      <a:pPr algn="l">
                        <a:spcBef>
                          <a:spcPts val="0"/>
                        </a:spcBef>
                        <a:spcAft>
                          <a:spcPts val="0"/>
                        </a:spcAft>
                        <a:buFontTx/>
                        <a:buNone/>
                      </a:pPr>
                      <a:r>
                        <a:rPr lang="ru-RU" sz="1600" b="1">
                          <a:solidFill>
                            <a:srgbClr val="FFFFFF"/>
                          </a:solidFill>
                          <a:latin typeface="Arial" panose="020B0604020202020204" pitchFamily="34" charset="0"/>
                        </a:rPr>
                        <a:t>Пропущено</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624E"/>
                    </a:solidFill>
                  </a:tcPr>
                </a:tc>
                <a:tc>
                  <a:txBody>
                    <a:bodyPr/>
                    <a:lstStyle/>
                    <a:p>
                      <a:pPr algn="l">
                        <a:spcBef>
                          <a:spcPts val="0"/>
                        </a:spcBef>
                        <a:spcAft>
                          <a:spcPts val="0"/>
                        </a:spcAft>
                        <a:buFontTx/>
                        <a:buNone/>
                      </a:pPr>
                      <a:r>
                        <a:rPr lang="ru-RU" sz="1600" b="1">
                          <a:solidFill>
                            <a:srgbClr val="FFFFFF"/>
                          </a:solidFill>
                          <a:latin typeface="Arial" panose="020B0604020202020204" pitchFamily="34" charset="0"/>
                        </a:rPr>
                        <a:t>Записей</a:t>
                      </a:r>
                      <a:br>
                        <a:rPr lang="ru-RU" sz="1600" b="1">
                          <a:solidFill>
                            <a:srgbClr val="FFFFFF"/>
                          </a:solidFill>
                          <a:latin typeface="Arial" panose="020B0604020202020204" pitchFamily="34" charset="0"/>
                        </a:rPr>
                      </a:br>
                      <a:r>
                        <a:rPr lang="ru-RU" sz="1600" b="1">
                          <a:solidFill>
                            <a:srgbClr val="FFFFFF"/>
                          </a:solidFill>
                          <a:latin typeface="Arial" panose="020B0604020202020204" pitchFamily="34" charset="0"/>
                        </a:rPr>
                        <a:t>в БД</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624E"/>
                    </a:solidFill>
                  </a:tcPr>
                </a:tc>
                <a:extLst>
                  <a:ext uri="{0D108BD9-81ED-4DB2-BD59-A6C34878D82A}">
                    <a16:rowId xmlns:a16="http://schemas.microsoft.com/office/drawing/2014/main" val="3748494456"/>
                  </a:ext>
                </a:extLst>
              </a:tr>
              <a:tr h="558800">
                <a:tc>
                  <a:txBody>
                    <a:bodyPr/>
                    <a:lstStyle/>
                    <a:p>
                      <a:pPr algn="l">
                        <a:spcBef>
                          <a:spcPts val="0"/>
                        </a:spcBef>
                        <a:spcAft>
                          <a:spcPts val="0"/>
                        </a:spcAft>
                        <a:buFontTx/>
                        <a:buNone/>
                      </a:pPr>
                      <a:r>
                        <a:rPr lang="ru-RU" sz="1900" b="0">
                          <a:solidFill>
                            <a:srgbClr val="192F29"/>
                          </a:solidFill>
                          <a:latin typeface="Arial" panose="020B0604020202020204" pitchFamily="34" charset="0"/>
                        </a:rPr>
                        <a:t>Первый</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5F8F6"/>
                    </a:solidFill>
                  </a:tcPr>
                </a:tc>
                <a:tc>
                  <a:txBody>
                    <a:bodyPr/>
                    <a:lstStyle/>
                    <a:p>
                      <a:pPr algn="l">
                        <a:spcBef>
                          <a:spcPts val="0"/>
                        </a:spcBef>
                        <a:spcAft>
                          <a:spcPts val="0"/>
                        </a:spcAft>
                        <a:buFontTx/>
                        <a:buNone/>
                      </a:pPr>
                      <a:r>
                        <a:rPr lang="ru-RU" sz="1900" b="0">
                          <a:solidFill>
                            <a:srgbClr val="192F29"/>
                          </a:solidFill>
                          <a:latin typeface="Arial" panose="020B0604020202020204" pitchFamily="34" charset="0"/>
                        </a:rPr>
                        <a:t>1280</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5F8F6"/>
                    </a:solidFill>
                  </a:tcPr>
                </a:tc>
                <a:tc>
                  <a:txBody>
                    <a:bodyPr/>
                    <a:lstStyle/>
                    <a:p>
                      <a:pPr algn="l">
                        <a:spcBef>
                          <a:spcPts val="0"/>
                        </a:spcBef>
                        <a:spcAft>
                          <a:spcPts val="0"/>
                        </a:spcAft>
                        <a:buFontTx/>
                        <a:buNone/>
                      </a:pPr>
                      <a:r>
                        <a:rPr lang="ru-RU" sz="1900" b="0">
                          <a:solidFill>
                            <a:srgbClr val="192F29"/>
                          </a:solidFill>
                          <a:latin typeface="Arial" panose="020B0604020202020204" pitchFamily="34" charset="0"/>
                        </a:rPr>
                        <a:t>480</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5F8F6"/>
                    </a:solidFill>
                  </a:tcPr>
                </a:tc>
                <a:tc>
                  <a:txBody>
                    <a:bodyPr/>
                    <a:lstStyle/>
                    <a:p>
                      <a:pPr algn="l">
                        <a:spcBef>
                          <a:spcPts val="0"/>
                        </a:spcBef>
                        <a:spcAft>
                          <a:spcPts val="0"/>
                        </a:spcAft>
                        <a:buFontTx/>
                        <a:buNone/>
                      </a:pPr>
                      <a:r>
                        <a:rPr lang="ru-RU" sz="1900" b="0">
                          <a:solidFill>
                            <a:srgbClr val="192F29"/>
                          </a:solidFill>
                          <a:latin typeface="Arial" panose="020B0604020202020204" pitchFamily="34" charset="0"/>
                        </a:rPr>
                        <a:t>0</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5F8F6"/>
                    </a:solidFill>
                  </a:tcPr>
                </a:tc>
                <a:tc>
                  <a:txBody>
                    <a:bodyPr/>
                    <a:lstStyle/>
                    <a:p>
                      <a:pPr algn="l">
                        <a:spcBef>
                          <a:spcPts val="0"/>
                        </a:spcBef>
                        <a:spcAft>
                          <a:spcPts val="0"/>
                        </a:spcAft>
                        <a:buFontTx/>
                        <a:buNone/>
                      </a:pPr>
                      <a:r>
                        <a:rPr lang="ru-RU" sz="1900" b="0">
                          <a:solidFill>
                            <a:srgbClr val="192F29"/>
                          </a:solidFill>
                          <a:latin typeface="Arial" panose="020B0604020202020204" pitchFamily="34" charset="0"/>
                        </a:rPr>
                        <a:t>800</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5F8F6"/>
                    </a:solidFill>
                  </a:tcPr>
                </a:tc>
                <a:tc>
                  <a:txBody>
                    <a:bodyPr/>
                    <a:lstStyle/>
                    <a:p>
                      <a:pPr algn="l">
                        <a:spcBef>
                          <a:spcPts val="0"/>
                        </a:spcBef>
                        <a:spcAft>
                          <a:spcPts val="0"/>
                        </a:spcAft>
                        <a:buFontTx/>
                        <a:buNone/>
                      </a:pPr>
                      <a:r>
                        <a:rPr lang="ru-RU" sz="1900" b="0">
                          <a:solidFill>
                            <a:srgbClr val="192F29"/>
                          </a:solidFill>
                          <a:latin typeface="Arial" panose="020B0604020202020204" pitchFamily="34" charset="0"/>
                        </a:rPr>
                        <a:t>480</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5F8F6"/>
                    </a:solidFill>
                  </a:tcPr>
                </a:tc>
                <a:extLst>
                  <a:ext uri="{0D108BD9-81ED-4DB2-BD59-A6C34878D82A}">
                    <a16:rowId xmlns:a16="http://schemas.microsoft.com/office/drawing/2014/main" val="542564059"/>
                  </a:ext>
                </a:extLst>
              </a:tr>
              <a:tr h="558800">
                <a:tc>
                  <a:txBody>
                    <a:bodyPr/>
                    <a:lstStyle/>
                    <a:p>
                      <a:pPr algn="l">
                        <a:spcBef>
                          <a:spcPts val="0"/>
                        </a:spcBef>
                        <a:spcAft>
                          <a:spcPts val="0"/>
                        </a:spcAft>
                        <a:buFontTx/>
                        <a:buNone/>
                      </a:pPr>
                      <a:r>
                        <a:rPr lang="ru-RU" sz="1900" b="0">
                          <a:solidFill>
                            <a:srgbClr val="192F29"/>
                          </a:solidFill>
                          <a:latin typeface="Arial" panose="020B0604020202020204" pitchFamily="34" charset="0"/>
                        </a:rPr>
                        <a:t>Повторный</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l">
                        <a:spcBef>
                          <a:spcPts val="0"/>
                        </a:spcBef>
                        <a:spcAft>
                          <a:spcPts val="0"/>
                        </a:spcAft>
                        <a:buFontTx/>
                        <a:buNone/>
                      </a:pPr>
                      <a:r>
                        <a:rPr lang="ru-RU" sz="1900" b="0">
                          <a:solidFill>
                            <a:srgbClr val="192F29"/>
                          </a:solidFill>
                          <a:latin typeface="Arial" panose="020B0604020202020204" pitchFamily="34" charset="0"/>
                        </a:rPr>
                        <a:t>1280</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l">
                        <a:spcBef>
                          <a:spcPts val="0"/>
                        </a:spcBef>
                        <a:spcAft>
                          <a:spcPts val="0"/>
                        </a:spcAft>
                        <a:buFontTx/>
                        <a:buNone/>
                      </a:pPr>
                      <a:r>
                        <a:rPr lang="ru-RU" sz="1900" b="0">
                          <a:solidFill>
                            <a:srgbClr val="192F29"/>
                          </a:solidFill>
                          <a:latin typeface="Arial" panose="020B0604020202020204" pitchFamily="34" charset="0"/>
                        </a:rPr>
                        <a:t>0</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l">
                        <a:spcBef>
                          <a:spcPts val="0"/>
                        </a:spcBef>
                        <a:spcAft>
                          <a:spcPts val="0"/>
                        </a:spcAft>
                        <a:buFontTx/>
                        <a:buNone/>
                      </a:pPr>
                      <a:r>
                        <a:rPr lang="ru-RU" sz="1900" b="0">
                          <a:solidFill>
                            <a:srgbClr val="192F29"/>
                          </a:solidFill>
                          <a:latin typeface="Arial" panose="020B0604020202020204" pitchFamily="34" charset="0"/>
                        </a:rPr>
                        <a:t>0</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l">
                        <a:spcBef>
                          <a:spcPts val="0"/>
                        </a:spcBef>
                        <a:spcAft>
                          <a:spcPts val="0"/>
                        </a:spcAft>
                        <a:buFontTx/>
                        <a:buNone/>
                      </a:pPr>
                      <a:r>
                        <a:rPr lang="ru-RU" sz="1900" b="0">
                          <a:solidFill>
                            <a:srgbClr val="192F29"/>
                          </a:solidFill>
                          <a:latin typeface="Arial" panose="020B0604020202020204" pitchFamily="34" charset="0"/>
                        </a:rPr>
                        <a:t>1280</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l">
                        <a:spcBef>
                          <a:spcPts val="0"/>
                        </a:spcBef>
                        <a:spcAft>
                          <a:spcPts val="0"/>
                        </a:spcAft>
                        <a:buFontTx/>
                        <a:buNone/>
                      </a:pPr>
                      <a:r>
                        <a:rPr lang="ru-RU" sz="1900" b="0">
                          <a:solidFill>
                            <a:srgbClr val="192F29"/>
                          </a:solidFill>
                          <a:latin typeface="Arial" panose="020B0604020202020204" pitchFamily="34" charset="0"/>
                        </a:rPr>
                        <a:t>480</a:t>
                      </a:r>
                    </a:p>
                  </a:txBody>
                  <a:tcPr marL="152400" marR="101600" marT="63500" marB="635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3494075905"/>
                  </a:ext>
                </a:extLst>
              </a:tr>
            </a:tbl>
          </a:graphicData>
        </a:graphic>
      </p:graphicFrame>
      <p:sp>
        <p:nvSpPr>
          <p:cNvPr id="8" name="TextBox 7">
            <a:extLst>
              <a:ext uri="{FF2B5EF4-FFF2-40B4-BE49-F238E27FC236}">
                <a16:creationId xmlns:a16="http://schemas.microsoft.com/office/drawing/2014/main" id="{9DBB7D3C-C3AE-D0C4-3410-3F51F1DCE9A5}"/>
              </a:ext>
            </a:extLst>
          </p:cNvPr>
          <p:cNvSpPr txBox="1"/>
          <p:nvPr/>
        </p:nvSpPr>
        <p:spPr>
          <a:xfrm>
            <a:off x="609600" y="5549899"/>
            <a:ext cx="10972800" cy="533400"/>
          </a:xfrm>
          <a:prstGeom prst="rect">
            <a:avLst/>
          </a:prstGeom>
          <a:noFill/>
        </p:spPr>
        <p:txBody>
          <a:bodyPr vert="horz" wrap="square" lIns="0" tIns="0" rIns="0" bIns="0" rtlCol="0" anchor="t">
            <a:noAutofit/>
          </a:bodyPr>
          <a:lstStyle/>
          <a:p>
            <a:r>
              <a:rPr lang="ru-RU" sz="2500" b="1">
                <a:solidFill>
                  <a:srgbClr val="17624E"/>
                </a:solidFill>
                <a:latin typeface="Arial Nova" panose="020B0504020202020204" pitchFamily="34" charset="0"/>
              </a:rPr>
              <a:t>480 наблюдений после обоих импортов</a:t>
            </a:r>
          </a:p>
        </p:txBody>
      </p:sp>
      <p:sp>
        <p:nvSpPr>
          <p:cNvPr id="9" name="TextBox 8">
            <a:extLst>
              <a:ext uri="{FF2B5EF4-FFF2-40B4-BE49-F238E27FC236}">
                <a16:creationId xmlns:a16="http://schemas.microsoft.com/office/drawing/2014/main" id="{7D19054D-1A1C-B269-700E-EDBDF9FCF5E7}"/>
              </a:ext>
            </a:extLst>
          </p:cNvPr>
          <p:cNvSpPr txBox="1"/>
          <p:nvPr/>
        </p:nvSpPr>
        <p:spPr>
          <a:xfrm>
            <a:off x="609600" y="6095999"/>
            <a:ext cx="10972800" cy="368300"/>
          </a:xfrm>
          <a:prstGeom prst="rect">
            <a:avLst/>
          </a:prstGeom>
          <a:noFill/>
        </p:spPr>
        <p:txBody>
          <a:bodyPr vert="horz" wrap="square" lIns="0" tIns="0" rIns="0" bIns="0" rtlCol="0" anchor="t">
            <a:noAutofit/>
          </a:bodyPr>
          <a:lstStyle/>
          <a:p>
            <a:r>
              <a:rPr lang="ru-RU">
                <a:solidFill>
                  <a:srgbClr val="5B6D66"/>
                </a:solidFill>
                <a:latin typeface="Arial Nova" panose="020B0504020202020204" pitchFamily="34" charset="0"/>
              </a:rPr>
              <a:t>Дубли по (region, period, metric) отсутствуют</a:t>
            </a:r>
          </a:p>
        </p:txBody>
      </p:sp>
    </p:spTree>
    <p:extLst>
      <p:ext uri="{BB962C8B-B14F-4D97-AF65-F5344CB8AC3E}">
        <p14:creationId xmlns:p14="http://schemas.microsoft.com/office/powerpoint/2010/main" val="7589172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47521EB-B4A7-2E74-3D4A-A24C7BEECF00}"/>
              </a:ext>
            </a:extLst>
          </p:cNvPr>
          <p:cNvSpPr txBox="1"/>
          <p:nvPr/>
        </p:nvSpPr>
        <p:spPr>
          <a:xfrm>
            <a:off x="609600" y="482599"/>
            <a:ext cx="10972800" cy="990600"/>
          </a:xfrm>
          <a:prstGeom prst="rect">
            <a:avLst/>
          </a:prstGeom>
          <a:noFill/>
        </p:spPr>
        <p:txBody>
          <a:bodyPr vert="horz" wrap="square" lIns="0" tIns="0" rIns="0" bIns="0" rtlCol="0" anchor="t">
            <a:noAutofit/>
          </a:bodyPr>
          <a:lstStyle/>
          <a:p>
            <a:r>
              <a:rPr lang="ru-RU" sz="3200" b="1">
                <a:solidFill>
                  <a:srgbClr val="123F36"/>
                </a:solidFill>
                <a:latin typeface="Arial Nova" panose="020B0504020202020204" pitchFamily="34" charset="0"/>
              </a:rPr>
              <a:t>Результат MVP и следующий этап</a:t>
            </a:r>
          </a:p>
        </p:txBody>
      </p:sp>
      <p:sp>
        <p:nvSpPr>
          <p:cNvPr id="3" name="TextBox 2">
            <a:extLst>
              <a:ext uri="{FF2B5EF4-FFF2-40B4-BE49-F238E27FC236}">
                <a16:creationId xmlns:a16="http://schemas.microsoft.com/office/drawing/2014/main" id="{2FE8DD18-5304-B850-9DDF-BC4A10E9D7ED}"/>
              </a:ext>
            </a:extLst>
          </p:cNvPr>
          <p:cNvSpPr txBox="1"/>
          <p:nvPr/>
        </p:nvSpPr>
        <p:spPr>
          <a:xfrm>
            <a:off x="11366500" y="6489700"/>
            <a:ext cx="304800" cy="228600"/>
          </a:xfrm>
          <a:prstGeom prst="rect">
            <a:avLst/>
          </a:prstGeom>
          <a:noFill/>
        </p:spPr>
        <p:txBody>
          <a:bodyPr vert="horz" wrap="square" lIns="0" tIns="0" rIns="0" bIns="0" rtlCol="0" anchor="t">
            <a:noAutofit/>
          </a:bodyPr>
          <a:lstStyle/>
          <a:p>
            <a:pPr algn="r"/>
            <a:r>
              <a:rPr lang="ru-RU" sz="1100" dirty="0">
                <a:solidFill>
                  <a:srgbClr val="5B6D66"/>
                </a:solidFill>
                <a:latin typeface="Arial Nova" panose="020B0504020202020204" pitchFamily="34" charset="0"/>
              </a:rPr>
              <a:t>11</a:t>
            </a:r>
          </a:p>
        </p:txBody>
      </p:sp>
      <p:sp>
        <p:nvSpPr>
          <p:cNvPr id="4" name="TextBox 3">
            <a:extLst>
              <a:ext uri="{FF2B5EF4-FFF2-40B4-BE49-F238E27FC236}">
                <a16:creationId xmlns:a16="http://schemas.microsoft.com/office/drawing/2014/main" id="{1E4163D6-FA8B-A3ED-8B7D-DC75FB7C2D07}"/>
              </a:ext>
            </a:extLst>
          </p:cNvPr>
          <p:cNvSpPr txBox="1"/>
          <p:nvPr/>
        </p:nvSpPr>
        <p:spPr>
          <a:xfrm>
            <a:off x="609600" y="1369139"/>
            <a:ext cx="5080000" cy="533400"/>
          </a:xfrm>
          <a:prstGeom prst="rect">
            <a:avLst/>
          </a:prstGeom>
          <a:noFill/>
        </p:spPr>
        <p:txBody>
          <a:bodyPr vert="horz" wrap="square" lIns="0" tIns="0" rIns="0" bIns="0" rtlCol="0" anchor="t">
            <a:noAutofit/>
          </a:bodyPr>
          <a:lstStyle/>
          <a:p>
            <a:r>
              <a:rPr lang="ru-RU" sz="2600" b="1">
                <a:solidFill>
                  <a:srgbClr val="17624E"/>
                </a:solidFill>
                <a:latin typeface="Arial Nova" panose="020B0504020202020204" pitchFamily="34" charset="0"/>
              </a:rPr>
              <a:t>Готово</a:t>
            </a:r>
          </a:p>
        </p:txBody>
      </p:sp>
      <p:sp>
        <p:nvSpPr>
          <p:cNvPr id="5" name="TextBox 4">
            <a:extLst>
              <a:ext uri="{FF2B5EF4-FFF2-40B4-BE49-F238E27FC236}">
                <a16:creationId xmlns:a16="http://schemas.microsoft.com/office/drawing/2014/main" id="{9065DC28-6ABE-64F9-0349-C6DA37D4D7C1}"/>
              </a:ext>
            </a:extLst>
          </p:cNvPr>
          <p:cNvSpPr txBox="1"/>
          <p:nvPr/>
        </p:nvSpPr>
        <p:spPr>
          <a:xfrm>
            <a:off x="609600" y="2016839"/>
            <a:ext cx="5080000" cy="723900"/>
          </a:xfrm>
          <a:prstGeom prst="rect">
            <a:avLst/>
          </a:prstGeom>
          <a:noFill/>
        </p:spPr>
        <p:txBody>
          <a:bodyPr vert="horz" wrap="square" lIns="0" tIns="0" rIns="0" bIns="0" rtlCol="0" anchor="t">
            <a:noAutofit/>
          </a:bodyPr>
          <a:lstStyle/>
          <a:p>
            <a:r>
              <a:rPr lang="ru-RU" sz="2400" dirty="0">
                <a:latin typeface="Arial Nova" panose="020B0504020202020204" pitchFamily="34" charset="0"/>
              </a:rPr>
              <a:t>Сквозной цикл получения и подготовки ипотечных данных</a:t>
            </a:r>
            <a:endParaRPr lang="ru-RU" sz="2200" dirty="0">
              <a:solidFill>
                <a:srgbClr val="192F29"/>
              </a:solidFill>
              <a:latin typeface="Arial Nova" panose="020B0504020202020204" pitchFamily="34" charset="0"/>
            </a:endParaRPr>
          </a:p>
        </p:txBody>
      </p:sp>
      <p:sp>
        <p:nvSpPr>
          <p:cNvPr id="6" name="TextBox 5">
            <a:extLst>
              <a:ext uri="{FF2B5EF4-FFF2-40B4-BE49-F238E27FC236}">
                <a16:creationId xmlns:a16="http://schemas.microsoft.com/office/drawing/2014/main" id="{1609D55D-1857-9CF0-EC51-9A0803DACF79}"/>
              </a:ext>
            </a:extLst>
          </p:cNvPr>
          <p:cNvSpPr txBox="1"/>
          <p:nvPr/>
        </p:nvSpPr>
        <p:spPr>
          <a:xfrm>
            <a:off x="609600" y="2774332"/>
            <a:ext cx="5080000" cy="723900"/>
          </a:xfrm>
          <a:prstGeom prst="rect">
            <a:avLst/>
          </a:prstGeom>
          <a:noFill/>
        </p:spPr>
        <p:txBody>
          <a:bodyPr vert="horz" wrap="square" lIns="0" tIns="0" rIns="0" bIns="0" rtlCol="0" anchor="t">
            <a:noAutofit/>
          </a:bodyPr>
          <a:lstStyle/>
          <a:p>
            <a:r>
              <a:rPr lang="ru-RU" sz="2200" dirty="0">
                <a:solidFill>
                  <a:srgbClr val="192F29"/>
                </a:solidFill>
                <a:latin typeface="Arial Nova" panose="020B0504020202020204" pitchFamily="34" charset="0"/>
              </a:rPr>
              <a:t>Единый </a:t>
            </a:r>
            <a:r>
              <a:rPr lang="en-US" sz="2200" dirty="0">
                <a:solidFill>
                  <a:srgbClr val="192F29"/>
                </a:solidFill>
                <a:latin typeface="Arial Nova" panose="020B0504020202020204" pitchFamily="34" charset="0"/>
              </a:rPr>
              <a:t>API </a:t>
            </a:r>
            <a:r>
              <a:rPr lang="ru-RU" sz="2200" dirty="0">
                <a:solidFill>
                  <a:srgbClr val="192F29"/>
                </a:solidFill>
                <a:latin typeface="Arial Nova" panose="020B0504020202020204" pitchFamily="34" charset="0"/>
              </a:rPr>
              <a:t>для портала</a:t>
            </a:r>
          </a:p>
        </p:txBody>
      </p:sp>
      <p:sp>
        <p:nvSpPr>
          <p:cNvPr id="7" name="TextBox 6">
            <a:extLst>
              <a:ext uri="{FF2B5EF4-FFF2-40B4-BE49-F238E27FC236}">
                <a16:creationId xmlns:a16="http://schemas.microsoft.com/office/drawing/2014/main" id="{4E10CC25-2CEF-CB4C-4C1E-99297BA24222}"/>
              </a:ext>
            </a:extLst>
          </p:cNvPr>
          <p:cNvSpPr txBox="1"/>
          <p:nvPr/>
        </p:nvSpPr>
        <p:spPr>
          <a:xfrm>
            <a:off x="609600" y="3218627"/>
            <a:ext cx="5080000" cy="774700"/>
          </a:xfrm>
          <a:prstGeom prst="rect">
            <a:avLst/>
          </a:prstGeom>
          <a:noFill/>
        </p:spPr>
        <p:txBody>
          <a:bodyPr vert="horz" wrap="square" lIns="0" tIns="0" rIns="0" bIns="0" rtlCol="0" anchor="t">
            <a:noAutofit/>
          </a:bodyPr>
          <a:lstStyle/>
          <a:p>
            <a:r>
              <a:rPr lang="ru-RU" sz="2200" dirty="0">
                <a:solidFill>
                  <a:srgbClr val="192F29"/>
                </a:solidFill>
                <a:latin typeface="Arial Nova" panose="020B0504020202020204" pitchFamily="34" charset="0"/>
              </a:rPr>
              <a:t>Шесть метрик,</a:t>
            </a:r>
            <a:br>
              <a:rPr lang="ru-RU" sz="2200" dirty="0">
                <a:solidFill>
                  <a:srgbClr val="192F29"/>
                </a:solidFill>
                <a:latin typeface="Arial Nova" panose="020B0504020202020204" pitchFamily="34" charset="0"/>
              </a:rPr>
            </a:br>
            <a:r>
              <a:rPr lang="ru-RU" sz="2200" dirty="0">
                <a:solidFill>
                  <a:srgbClr val="192F29"/>
                </a:solidFill>
                <a:latin typeface="Arial Nova" panose="020B0504020202020204" pitchFamily="34" charset="0"/>
              </a:rPr>
              <a:t>четыре разреза, RUB</a:t>
            </a:r>
          </a:p>
        </p:txBody>
      </p:sp>
      <p:sp>
        <p:nvSpPr>
          <p:cNvPr id="8" name="TextBox 7">
            <a:extLst>
              <a:ext uri="{FF2B5EF4-FFF2-40B4-BE49-F238E27FC236}">
                <a16:creationId xmlns:a16="http://schemas.microsoft.com/office/drawing/2014/main" id="{605E2F0E-67F9-CF9E-CA6A-1BF66170D62E}"/>
              </a:ext>
            </a:extLst>
          </p:cNvPr>
          <p:cNvSpPr txBox="1"/>
          <p:nvPr/>
        </p:nvSpPr>
        <p:spPr>
          <a:xfrm>
            <a:off x="609600" y="4060150"/>
            <a:ext cx="5080000" cy="723900"/>
          </a:xfrm>
          <a:prstGeom prst="rect">
            <a:avLst/>
          </a:prstGeom>
          <a:noFill/>
        </p:spPr>
        <p:txBody>
          <a:bodyPr vert="horz" wrap="square" lIns="0" tIns="0" rIns="0" bIns="0" rtlCol="0" anchor="t">
            <a:noAutofit/>
          </a:bodyPr>
          <a:lstStyle/>
          <a:p>
            <a:r>
              <a:rPr lang="ru-RU" sz="2200" dirty="0">
                <a:solidFill>
                  <a:srgbClr val="192F29"/>
                </a:solidFill>
                <a:latin typeface="Arial Nova" panose="020B0504020202020204" pitchFamily="34" charset="0"/>
              </a:rPr>
              <a:t>Повторный импорт без дублей</a:t>
            </a:r>
          </a:p>
        </p:txBody>
      </p:sp>
      <p:sp>
        <p:nvSpPr>
          <p:cNvPr id="9" name="TextBox 8">
            <a:extLst>
              <a:ext uri="{FF2B5EF4-FFF2-40B4-BE49-F238E27FC236}">
                <a16:creationId xmlns:a16="http://schemas.microsoft.com/office/drawing/2014/main" id="{7E6FFD8E-061B-AA59-92A3-737525E03EB5}"/>
              </a:ext>
            </a:extLst>
          </p:cNvPr>
          <p:cNvSpPr txBox="1"/>
          <p:nvPr/>
        </p:nvSpPr>
        <p:spPr>
          <a:xfrm>
            <a:off x="6604000" y="1369139"/>
            <a:ext cx="4978400" cy="533400"/>
          </a:xfrm>
          <a:prstGeom prst="rect">
            <a:avLst/>
          </a:prstGeom>
          <a:noFill/>
        </p:spPr>
        <p:txBody>
          <a:bodyPr vert="horz" wrap="square" lIns="0" tIns="0" rIns="0" bIns="0" rtlCol="0" anchor="t">
            <a:noAutofit/>
          </a:bodyPr>
          <a:lstStyle/>
          <a:p>
            <a:r>
              <a:rPr lang="ru-RU" sz="2600" b="1">
                <a:solidFill>
                  <a:srgbClr val="17624E"/>
                </a:solidFill>
                <a:latin typeface="Arial Nova" panose="020B0504020202020204" pitchFamily="34" charset="0"/>
              </a:rPr>
              <a:t>Перед </a:t>
            </a:r>
            <a:r>
              <a:rPr lang="en-US" sz="2600" b="1">
                <a:solidFill>
                  <a:srgbClr val="17624E"/>
                </a:solidFill>
                <a:latin typeface="Arial Nova" panose="020B0504020202020204" pitchFamily="34" charset="0"/>
              </a:rPr>
              <a:t>production</a:t>
            </a:r>
            <a:endParaRPr lang="ru-RU" sz="2600" b="1">
              <a:solidFill>
                <a:srgbClr val="17624E"/>
              </a:solidFill>
              <a:latin typeface="Arial Nova" panose="020B0504020202020204" pitchFamily="34" charset="0"/>
            </a:endParaRPr>
          </a:p>
        </p:txBody>
      </p:sp>
      <p:sp>
        <p:nvSpPr>
          <p:cNvPr id="10" name="TextBox 9">
            <a:extLst>
              <a:ext uri="{FF2B5EF4-FFF2-40B4-BE49-F238E27FC236}">
                <a16:creationId xmlns:a16="http://schemas.microsoft.com/office/drawing/2014/main" id="{F1916760-3E25-CBA9-0608-1D8BD79DB742}"/>
              </a:ext>
            </a:extLst>
          </p:cNvPr>
          <p:cNvSpPr txBox="1"/>
          <p:nvPr/>
        </p:nvSpPr>
        <p:spPr>
          <a:xfrm>
            <a:off x="6604000" y="1902539"/>
            <a:ext cx="4978400" cy="723900"/>
          </a:xfrm>
          <a:prstGeom prst="rect">
            <a:avLst/>
          </a:prstGeom>
          <a:noFill/>
        </p:spPr>
        <p:txBody>
          <a:bodyPr vert="horz" wrap="square" lIns="0" tIns="0" rIns="0" bIns="0" rtlCol="0" anchor="t">
            <a:noAutofit/>
          </a:bodyPr>
          <a:lstStyle/>
          <a:p>
            <a:r>
              <a:rPr lang="ru-RU" sz="2200" dirty="0">
                <a:solidFill>
                  <a:srgbClr val="192F29"/>
                </a:solidFill>
                <a:latin typeface="Arial Nova" panose="020B0504020202020204" pitchFamily="34" charset="0"/>
              </a:rPr>
              <a:t>Авторизация ручного </a:t>
            </a:r>
            <a:r>
              <a:rPr lang="en-US" sz="2200" dirty="0">
                <a:solidFill>
                  <a:srgbClr val="192F29"/>
                </a:solidFill>
                <a:latin typeface="Arial Nova" panose="020B0504020202020204" pitchFamily="34" charset="0"/>
              </a:rPr>
              <a:t>sync</a:t>
            </a:r>
            <a:endParaRPr lang="ru-RU" sz="2200" dirty="0">
              <a:solidFill>
                <a:srgbClr val="192F29"/>
              </a:solidFill>
              <a:latin typeface="Arial Nova" panose="020B0504020202020204" pitchFamily="34" charset="0"/>
            </a:endParaRPr>
          </a:p>
        </p:txBody>
      </p:sp>
      <p:sp>
        <p:nvSpPr>
          <p:cNvPr id="11" name="TextBox 10">
            <a:extLst>
              <a:ext uri="{FF2B5EF4-FFF2-40B4-BE49-F238E27FC236}">
                <a16:creationId xmlns:a16="http://schemas.microsoft.com/office/drawing/2014/main" id="{65DBCC2E-8844-9395-DD25-0F56C0CD204C}"/>
              </a:ext>
            </a:extLst>
          </p:cNvPr>
          <p:cNvSpPr txBox="1"/>
          <p:nvPr/>
        </p:nvSpPr>
        <p:spPr>
          <a:xfrm>
            <a:off x="6604000" y="2487967"/>
            <a:ext cx="4978400" cy="825500"/>
          </a:xfrm>
          <a:prstGeom prst="rect">
            <a:avLst/>
          </a:prstGeom>
          <a:noFill/>
        </p:spPr>
        <p:txBody>
          <a:bodyPr vert="horz" wrap="square" lIns="0" tIns="0" rIns="0" bIns="0" rtlCol="0" anchor="t">
            <a:noAutofit/>
          </a:bodyPr>
          <a:lstStyle/>
          <a:p>
            <a:r>
              <a:rPr lang="ru-RU" sz="2200" dirty="0">
                <a:solidFill>
                  <a:srgbClr val="192F29"/>
                </a:solidFill>
                <a:latin typeface="Arial Nova" panose="020B0504020202020204" pitchFamily="34" charset="0"/>
              </a:rPr>
              <a:t>Мониторинг</a:t>
            </a:r>
            <a:br>
              <a:rPr lang="ru-RU" sz="2200" dirty="0">
                <a:solidFill>
                  <a:srgbClr val="192F29"/>
                </a:solidFill>
                <a:latin typeface="Arial Nova" panose="020B0504020202020204" pitchFamily="34" charset="0"/>
              </a:rPr>
            </a:br>
            <a:r>
              <a:rPr lang="ru-RU" sz="2200" dirty="0">
                <a:solidFill>
                  <a:srgbClr val="192F29"/>
                </a:solidFill>
                <a:latin typeface="Arial Nova" panose="020B0504020202020204" pitchFamily="34" charset="0"/>
              </a:rPr>
              <a:t>и </a:t>
            </a:r>
            <a:r>
              <a:rPr lang="en-US" sz="2200" dirty="0">
                <a:solidFill>
                  <a:srgbClr val="192F29"/>
                </a:solidFill>
                <a:latin typeface="Arial Nova" panose="020B0504020202020204" pitchFamily="34" charset="0"/>
              </a:rPr>
              <a:t>browser E2E</a:t>
            </a:r>
            <a:endParaRPr lang="ru-RU" sz="2200" dirty="0">
              <a:solidFill>
                <a:srgbClr val="192F29"/>
              </a:solidFill>
              <a:latin typeface="Arial Nova" panose="020B0504020202020204" pitchFamily="34" charset="0"/>
            </a:endParaRPr>
          </a:p>
        </p:txBody>
      </p:sp>
      <p:sp>
        <p:nvSpPr>
          <p:cNvPr id="12" name="TextBox 11">
            <a:extLst>
              <a:ext uri="{FF2B5EF4-FFF2-40B4-BE49-F238E27FC236}">
                <a16:creationId xmlns:a16="http://schemas.microsoft.com/office/drawing/2014/main" id="{13ADBB37-4D2D-64F6-A760-C0E079384657}"/>
              </a:ext>
            </a:extLst>
          </p:cNvPr>
          <p:cNvSpPr txBox="1"/>
          <p:nvPr/>
        </p:nvSpPr>
        <p:spPr>
          <a:xfrm>
            <a:off x="6604000" y="3272912"/>
            <a:ext cx="4978400" cy="825500"/>
          </a:xfrm>
          <a:prstGeom prst="rect">
            <a:avLst/>
          </a:prstGeom>
          <a:noFill/>
        </p:spPr>
        <p:txBody>
          <a:bodyPr vert="horz" wrap="square" lIns="0" tIns="0" rIns="0" bIns="0" rtlCol="0" anchor="t">
            <a:noAutofit/>
          </a:bodyPr>
          <a:lstStyle/>
          <a:p>
            <a:r>
              <a:rPr lang="ru-RU" sz="2200" dirty="0">
                <a:solidFill>
                  <a:srgbClr val="192F29"/>
                </a:solidFill>
                <a:latin typeface="Arial Nova" panose="020B0504020202020204" pitchFamily="34" charset="0"/>
              </a:rPr>
              <a:t>Расширение регионов</a:t>
            </a:r>
            <a:br>
              <a:rPr lang="ru-RU" sz="2200" dirty="0">
                <a:solidFill>
                  <a:srgbClr val="192F29"/>
                </a:solidFill>
                <a:latin typeface="Arial Nova" panose="020B0504020202020204" pitchFamily="34" charset="0"/>
              </a:rPr>
            </a:br>
            <a:r>
              <a:rPr lang="ru-RU" sz="2200" dirty="0">
                <a:solidFill>
                  <a:srgbClr val="192F29"/>
                </a:solidFill>
                <a:latin typeface="Arial Nova" panose="020B0504020202020204" pitchFamily="34" charset="0"/>
              </a:rPr>
              <a:t>и истории</a:t>
            </a:r>
          </a:p>
        </p:txBody>
      </p:sp>
      <p:sp>
        <p:nvSpPr>
          <p:cNvPr id="14" name="TextBox 13">
            <a:extLst>
              <a:ext uri="{FF2B5EF4-FFF2-40B4-BE49-F238E27FC236}">
                <a16:creationId xmlns:a16="http://schemas.microsoft.com/office/drawing/2014/main" id="{1A229902-6330-F00A-ED1C-312F7A979AFB}"/>
              </a:ext>
            </a:extLst>
          </p:cNvPr>
          <p:cNvSpPr txBox="1"/>
          <p:nvPr/>
        </p:nvSpPr>
        <p:spPr>
          <a:xfrm>
            <a:off x="508000" y="5179593"/>
            <a:ext cx="10858500" cy="830997"/>
          </a:xfrm>
          <a:prstGeom prst="rect">
            <a:avLst/>
          </a:prstGeom>
          <a:noFill/>
        </p:spPr>
        <p:txBody>
          <a:bodyPr wrap="square">
            <a:spAutoFit/>
          </a:bodyPr>
          <a:lstStyle/>
          <a:p>
            <a:r>
              <a:rPr lang="ru-RU" sz="2400" dirty="0">
                <a:latin typeface="Arial Nova" panose="020B0504020202020204" pitchFamily="34" charset="0"/>
              </a:rPr>
              <a:t>Результат: готовый интеграционный слой для автоматического наполнения раздела «Аналитика» актуальными данными Банка России.</a:t>
            </a:r>
          </a:p>
        </p:txBody>
      </p:sp>
      <p:sp>
        <p:nvSpPr>
          <p:cNvPr id="16" name="TextBox 15">
            <a:extLst>
              <a:ext uri="{FF2B5EF4-FFF2-40B4-BE49-F238E27FC236}">
                <a16:creationId xmlns:a16="http://schemas.microsoft.com/office/drawing/2014/main" id="{29F33B6F-5EBA-B85E-A591-E80B44F25A1E}"/>
              </a:ext>
            </a:extLst>
          </p:cNvPr>
          <p:cNvSpPr txBox="1"/>
          <p:nvPr/>
        </p:nvSpPr>
        <p:spPr>
          <a:xfrm>
            <a:off x="609600" y="6067624"/>
            <a:ext cx="10858500" cy="307777"/>
          </a:xfrm>
          <a:prstGeom prst="rect">
            <a:avLst/>
          </a:prstGeom>
          <a:noFill/>
        </p:spPr>
        <p:txBody>
          <a:bodyPr wrap="square">
            <a:spAutoFit/>
          </a:bodyPr>
          <a:lstStyle/>
          <a:p>
            <a:r>
              <a:rPr lang="ru-RU" sz="1400" dirty="0">
                <a:latin typeface="Arial Nova" panose="020B0504020202020204" pitchFamily="34" charset="0"/>
              </a:rPr>
              <a:t>Архитектура допускает подключение дополнительных регионов, метрик и источников.</a:t>
            </a:r>
          </a:p>
        </p:txBody>
      </p:sp>
    </p:spTree>
    <p:extLst>
      <p:ext uri="{BB962C8B-B14F-4D97-AF65-F5344CB8AC3E}">
        <p14:creationId xmlns:p14="http://schemas.microsoft.com/office/powerpoint/2010/main" val="3195508291"/>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Стандартная">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Стандартная">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2039</Words>
  <Application>Microsoft Office PowerPoint</Application>
  <PresentationFormat>Широкоэкранный</PresentationFormat>
  <Paragraphs>140</Paragraphs>
  <Slides>11</Slides>
  <Notes>11</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11</vt:i4>
      </vt:variant>
    </vt:vector>
  </HeadingPairs>
  <TitlesOfParts>
    <vt:vector size="16" baseType="lpstr">
      <vt:lpstr>Aptos</vt:lpstr>
      <vt:lpstr>Aptos Display</vt:lpstr>
      <vt:lpstr>Arial</vt:lpstr>
      <vt:lpstr>Arial Nova</vt:lpstr>
      <vt:lpstr>Тема Office</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Rimma Kopytina</dc:creator>
  <cp:lastModifiedBy>Rimma Kopytina</cp:lastModifiedBy>
  <cp:revision>1</cp:revision>
  <dcterms:created xsi:type="dcterms:W3CDTF">2026-10-25T18:16:38Z</dcterms:created>
  <dcterms:modified xsi:type="dcterms:W3CDTF">2026-10-25T19:07:00Z</dcterms:modified>
</cp:coreProperties>
</file>